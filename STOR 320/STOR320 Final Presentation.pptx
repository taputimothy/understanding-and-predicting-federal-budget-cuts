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Roboto"/>
      <p:regular r:id="rId22"/>
      <p:bold r:id="rId23"/>
      <p:italic r:id="rId24"/>
      <p:boldItalic r:id="rId25"/>
    </p:embeddedFont>
    <p:embeddedFont>
      <p:font typeface="Bebas Neue"/>
      <p:regular r:id="rId26"/>
    </p:embeddedFont>
    <p:embeddedFont>
      <p:font typeface="PT Sans"/>
      <p:regular r:id="rId27"/>
      <p:bold r:id="rId28"/>
      <p:italic r:id="rId29"/>
      <p:boldItalic r:id="rId30"/>
    </p:embeddedFont>
    <p:embeddedFont>
      <p:font typeface="Rambl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zreen Anwa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Roboto-regular.fntdata"/><Relationship Id="rId21" Type="http://schemas.openxmlformats.org/officeDocument/2006/relationships/font" Target="fonts/Raleway-boldItalic.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ebasNeue-regular.fntdata"/><Relationship Id="rId25" Type="http://schemas.openxmlformats.org/officeDocument/2006/relationships/font" Target="fonts/Roboto-boldItalic.fntdata"/><Relationship Id="rId28" Type="http://schemas.openxmlformats.org/officeDocument/2006/relationships/font" Target="fonts/PTSans-bold.fntdata"/><Relationship Id="rId27" Type="http://schemas.openxmlformats.org/officeDocument/2006/relationships/font" Target="fonts/PT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mbla-regular.fntdata"/><Relationship Id="rId30" Type="http://schemas.openxmlformats.org/officeDocument/2006/relationships/font" Target="fonts/PTSans-boldItalic.fntdata"/><Relationship Id="rId11" Type="http://schemas.openxmlformats.org/officeDocument/2006/relationships/slide" Target="slides/slide6.xml"/><Relationship Id="rId33" Type="http://schemas.openxmlformats.org/officeDocument/2006/relationships/font" Target="fonts/Rambla-italic.fntdata"/><Relationship Id="rId10" Type="http://schemas.openxmlformats.org/officeDocument/2006/relationships/slide" Target="slides/slide5.xml"/><Relationship Id="rId32" Type="http://schemas.openxmlformats.org/officeDocument/2006/relationships/font" Target="fonts/Rambla-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ambla-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9T23:15:55.776">
    <p:pos x="1288" y="520"/>
    <p:text>Rearrange format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Every year, </a:t>
            </a:r>
            <a:r>
              <a:rPr b="1" lang="en">
                <a:solidFill>
                  <a:schemeClr val="dk1"/>
                </a:solidFill>
              </a:rPr>
              <a:t>millions</a:t>
            </a:r>
            <a:r>
              <a:rPr lang="en">
                <a:solidFill>
                  <a:schemeClr val="dk1"/>
                </a:solidFill>
              </a:rPr>
              <a:t> in federal grant funding vanishes. But this year, driven by major governmental shifts and the rise of programs like DOGE, those cuts are hitting a crisis point. These aren't just budget numbers, they are funds that directly fuel our research, shape our education, and build our campus infrastructure here at </a:t>
            </a:r>
            <a:r>
              <a:rPr b="1" lang="en">
                <a:solidFill>
                  <a:schemeClr val="dk1"/>
                </a:solidFill>
              </a:rPr>
              <a:t>UNC</a:t>
            </a:r>
            <a:r>
              <a:rPr lang="en">
                <a:solidFill>
                  <a:schemeClr val="dk1"/>
                </a:solidFill>
              </a:rPr>
              <a:t>. Today, we'll use federal data to show you how funds are being cut and what that means for people across North Carolina and within UNC.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eb847568c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eb847568c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leads us to our research question for this project</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eb847568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1eb847568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USASpending Website: contains information about grants from federal agencies. We focused on North Carolina between 2020-2025</a:t>
            </a:r>
            <a:endParaRPr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DOGE Website: contains information on how much funding DOGE was responsible for cutting (cancellation of the contract)</a:t>
            </a:r>
            <a:endParaRPr sz="1000">
              <a:solidFill>
                <a:schemeClr val="dk1"/>
              </a:solidFill>
              <a:highlight>
                <a:srgbClr val="FFFFFF"/>
              </a:highlight>
              <a:latin typeface="Courier New"/>
              <a:ea typeface="Courier New"/>
              <a:cs typeface="Courier New"/>
              <a:sym typeface="Courier New"/>
            </a:endParaRPr>
          </a:p>
          <a:p>
            <a:pPr indent="-292100" lvl="0" marL="457200" rtl="0" algn="l">
              <a:lnSpc>
                <a:spcPct val="130770"/>
              </a:lnSpc>
              <a:spcBef>
                <a:spcPts val="0"/>
              </a:spcBef>
              <a:spcAft>
                <a:spcPts val="0"/>
              </a:spcAft>
              <a:buClr>
                <a:schemeClr val="dk1"/>
              </a:buClr>
              <a:buSzPts val="1000"/>
              <a:buFont typeface="Courier New"/>
              <a:buChar char="-"/>
            </a:pPr>
            <a:r>
              <a:rPr lang="en" sz="1000">
                <a:solidFill>
                  <a:schemeClr val="dk1"/>
                </a:solidFill>
                <a:highlight>
                  <a:srgbClr val="FFFFFF"/>
                </a:highlight>
                <a:latin typeface="Courier New"/>
                <a:ea typeface="Courier New"/>
                <a:cs typeface="Courier New"/>
                <a:sym typeface="Courier New"/>
              </a:rPr>
              <a:t>“savings” amount is really doge’s cut</a:t>
            </a:r>
            <a:endParaRPr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OSBM site: information on the county population (for an analysis of per capita funding decline for different counties)</a:t>
            </a:r>
            <a:endParaRPr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USASpending: general information about spending</a:t>
            </a:r>
            <a:endParaRPr sz="1000">
              <a:solidFill>
                <a:schemeClr val="dk1"/>
              </a:solidFill>
              <a:highlight>
                <a:srgbClr val="FFFFFF"/>
              </a:highlight>
              <a:latin typeface="Courier New"/>
              <a:ea typeface="Courier New"/>
              <a:cs typeface="Courier New"/>
              <a:sym typeface="Courier New"/>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a43ebbf9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aa43ebbf9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Put datasets.head() sample images.</a:t>
            </a:r>
            <a:endParaRPr/>
          </a:p>
          <a:p>
            <a:pPr indent="0" lvl="0" marL="0" rtl="0" algn="l">
              <a:spcBef>
                <a:spcPts val="0"/>
              </a:spcBef>
              <a:spcAft>
                <a:spcPts val="0"/>
              </a:spcAft>
              <a:buNone/>
            </a:pPr>
            <a:r>
              <a:rPr lang="en"/>
              <a:t>Explain fain_key and what it means in the context of the dataset </a:t>
            </a:r>
            <a:endParaRPr/>
          </a:p>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Federal Award Identification Number (FAIN) is the unique ID within the Federal agency for each (non-aggregate) financial assistance award. This unique ID allows for us to easily merge the DOGE ‘savings’ information with the grant information from USASpending. </a:t>
            </a:r>
            <a:endParaRPr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Savings - target variable</a:t>
            </a:r>
            <a:endParaRPr sz="1000">
              <a:solidFill>
                <a:schemeClr val="dk1"/>
              </a:solidFill>
              <a:highlight>
                <a:srgbClr val="FFFFFF"/>
              </a:highlight>
              <a:latin typeface="Courier New"/>
              <a:ea typeface="Courier New"/>
              <a:cs typeface="Courier New"/>
              <a:sym typeface="Courier New"/>
            </a:endParaRPr>
          </a:p>
          <a:p>
            <a:pPr indent="-292100" lvl="0" marL="457200" rtl="0" algn="l">
              <a:lnSpc>
                <a:spcPct val="130770"/>
              </a:lnSpc>
              <a:spcBef>
                <a:spcPts val="0"/>
              </a:spcBef>
              <a:spcAft>
                <a:spcPts val="0"/>
              </a:spcAft>
              <a:buClr>
                <a:schemeClr val="dk1"/>
              </a:buClr>
              <a:buSzPts val="1000"/>
              <a:buFont typeface="Courier New"/>
              <a:buChar char="-"/>
            </a:pPr>
            <a:r>
              <a:rPr lang="en" sz="1000">
                <a:solidFill>
                  <a:schemeClr val="dk1"/>
                </a:solidFill>
                <a:highlight>
                  <a:srgbClr val="FFFFFF"/>
                </a:highlight>
                <a:latin typeface="Courier New"/>
                <a:ea typeface="Courier New"/>
                <a:cs typeface="Courier New"/>
                <a:sym typeface="Courier New"/>
              </a:rPr>
              <a:t>As defined by the Department of Government Efficiency, the difference between total value of government expenditure (in the form of grants) and the amount currently obligated</a:t>
            </a:r>
            <a:endParaRPr sz="1000">
              <a:solidFill>
                <a:schemeClr val="dk1"/>
              </a:solidFill>
              <a:highlight>
                <a:srgbClr val="FFFFFF"/>
              </a:highlight>
              <a:latin typeface="Courier New"/>
              <a:ea typeface="Courier New"/>
              <a:cs typeface="Courier New"/>
              <a:sym typeface="Courier New"/>
            </a:endParaRPr>
          </a:p>
          <a:p>
            <a:pPr indent="-292100" lvl="1" marL="914400" rtl="0" algn="l">
              <a:lnSpc>
                <a:spcPct val="130770"/>
              </a:lnSpc>
              <a:spcBef>
                <a:spcPts val="0"/>
              </a:spcBef>
              <a:spcAft>
                <a:spcPts val="0"/>
              </a:spcAft>
              <a:buClr>
                <a:schemeClr val="dk1"/>
              </a:buClr>
              <a:buSzPts val="1000"/>
              <a:buFont typeface="Courier New"/>
              <a:buChar char="-"/>
            </a:pPr>
            <a:r>
              <a:rPr lang="en" sz="1000">
                <a:solidFill>
                  <a:schemeClr val="dk1"/>
                </a:solidFill>
                <a:highlight>
                  <a:srgbClr val="FFFFFF"/>
                </a:highlight>
                <a:latin typeface="Courier New"/>
                <a:ea typeface="Courier New"/>
                <a:cs typeface="Courier New"/>
                <a:sym typeface="Courier New"/>
              </a:rPr>
              <a:t>In other words, the amounts cut by DOGE. This is calculated by the federal agency itself.</a:t>
            </a:r>
            <a:endParaRPr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lang="en" sz="1000">
                <a:solidFill>
                  <a:schemeClr val="dk1"/>
                </a:solidFill>
                <a:highlight>
                  <a:srgbClr val="FFFFFF"/>
                </a:highlight>
                <a:latin typeface="Courier New"/>
                <a:ea typeface="Courier New"/>
                <a:cs typeface="Courier New"/>
                <a:sym typeface="Courier New"/>
              </a:rPr>
              <a:t>**The reason it is important to be looking at the savings column from DOGE is because spending budgets are less for reasons other than DOGE’ </a:t>
            </a:r>
            <a:r>
              <a:rPr lang="en" sz="1000">
                <a:solidFill>
                  <a:schemeClr val="dk1"/>
                </a:solidFill>
                <a:highlight>
                  <a:srgbClr val="FFFFFF"/>
                </a:highlight>
                <a:latin typeface="Courier New"/>
                <a:ea typeface="Courier New"/>
                <a:cs typeface="Courier New"/>
                <a:sym typeface="Courier New"/>
              </a:rPr>
              <a:t>cancelling</a:t>
            </a:r>
            <a:r>
              <a:rPr lang="en" sz="1000">
                <a:solidFill>
                  <a:schemeClr val="dk1"/>
                </a:solidFill>
                <a:highlight>
                  <a:srgbClr val="FFFFFF"/>
                </a:highlight>
                <a:latin typeface="Courier New"/>
                <a:ea typeface="Courier New"/>
                <a:cs typeface="Courier New"/>
                <a:sym typeface="Courier New"/>
              </a:rPr>
              <a:t> the contract</a:t>
            </a:r>
            <a:endParaRPr sz="1000">
              <a:solidFill>
                <a:schemeClr val="dk1"/>
              </a:solidFill>
              <a:highlight>
                <a:srgbClr val="FFFFFF"/>
              </a:highlight>
              <a:latin typeface="Courier New"/>
              <a:ea typeface="Courier New"/>
              <a:cs typeface="Courier New"/>
              <a:sym typeface="Courier New"/>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aa0b3a93e4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aa0b3a93e4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Distribution of savings graph:</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Why log scale: original savings data is right skewed, many small values and a few massive values. A log scale compresses it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Findings: Cuts range from $3000 to $66,000,000. The distribution is a smooth continuous somewhat normal distribution, with a center between $450,000 to $1,200,000.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aa0b3a93e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aa0b3a93e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UNC is largest recipient, with around 2.5B in the past 5 years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lang="en"/>
              <a:t>To build our model, our chosen predictors were sector, value, and obligated amount, which helped us build our four models of linear regression, ridge regression, a decision tree, and decision tree with a 30 % test size and we made each branch its own indicator</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38000"/>
              </a:lnSpc>
              <a:spcBef>
                <a:spcPts val="0"/>
              </a:spcBef>
              <a:spcAft>
                <a:spcPts val="0"/>
              </a:spcAft>
              <a:buClr>
                <a:schemeClr val="dk1"/>
              </a:buClr>
              <a:buSzPts val="1100"/>
              <a:buFont typeface="Arial"/>
              <a:buNone/>
            </a:pPr>
            <a:r>
              <a:rPr lang="en"/>
              <a:t>With that, the random forest performed the best, with the highest OSR22 and the lowest error. This tell us how accurate the predictions are and how how sensitive they are to large errors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Parameters for these models: </a:t>
            </a:r>
            <a:endParaRPr/>
          </a:p>
          <a:p>
            <a:pPr indent="0" lvl="0" marL="0" rtl="0" algn="l">
              <a:spcBef>
                <a:spcPts val="0"/>
              </a:spcBef>
              <a:spcAft>
                <a:spcPts val="0"/>
              </a:spcAft>
              <a:buNone/>
            </a:pPr>
            <a:r>
              <a:rPr lang="en"/>
              <a:t>Linear: no parameters</a:t>
            </a:r>
            <a:endParaRPr/>
          </a:p>
          <a:p>
            <a:pPr indent="0" lvl="0" marL="0" rtl="0" algn="l">
              <a:spcBef>
                <a:spcPts val="0"/>
              </a:spcBef>
              <a:spcAft>
                <a:spcPts val="0"/>
              </a:spcAft>
              <a:buNone/>
            </a:pPr>
            <a:r>
              <a:rPr lang="en"/>
              <a:t>Ridge: alpha = 1.0, controls L2 regularization -&gt; less overfitting</a:t>
            </a:r>
            <a:endParaRPr/>
          </a:p>
          <a:p>
            <a:pPr indent="0" lvl="0" marL="0" rtl="0" algn="l">
              <a:spcBef>
                <a:spcPts val="0"/>
              </a:spcBef>
              <a:spcAft>
                <a:spcPts val="0"/>
              </a:spcAft>
              <a:buNone/>
            </a:pPr>
            <a:r>
              <a:rPr lang="en"/>
              <a:t>Decision Tree: minimum 5 leafs (at least 5 samples in end nodes) [prevents tiny trees], cost complexity pruning alpha = 0.001 [applies pruning after tree is grown]</a:t>
            </a:r>
            <a:endParaRPr/>
          </a:p>
          <a:p>
            <a:pPr indent="0" lvl="0" marL="0" rtl="0" algn="l">
              <a:spcBef>
                <a:spcPts val="0"/>
              </a:spcBef>
              <a:spcAft>
                <a:spcPts val="0"/>
              </a:spcAft>
              <a:buNone/>
            </a:pPr>
            <a:r>
              <a:rPr lang="en"/>
              <a:t>Random Forest: 500 trees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Response: Savings (# budget cuts, from DOGE)</a:t>
            </a:r>
            <a:endParaRPr/>
          </a:p>
          <a:p>
            <a:pPr indent="0" lvl="0" marL="0" rtl="0" algn="l">
              <a:spcBef>
                <a:spcPts val="0"/>
              </a:spcBef>
              <a:spcAft>
                <a:spcPts val="0"/>
              </a:spcAft>
              <a:buNone/>
            </a:pPr>
            <a:r>
              <a:rPr lang="en"/>
              <a:t>Predictor: sector (branch), value (estimated total value from DOGE), total_obligated_amount (funds directed for a specific purpose) *** double check to see if we should have chosen award_amount instead of total_obligated_amount*****</a:t>
            </a:r>
            <a:endParaRPr/>
          </a:p>
          <a:p>
            <a:pPr indent="0" lvl="0" marL="0" rtl="0" algn="l">
              <a:spcBef>
                <a:spcPts val="0"/>
              </a:spcBef>
              <a:spcAft>
                <a:spcPts val="0"/>
              </a:spcAft>
              <a:buNone/>
            </a:pPr>
            <a:r>
              <a:rPr lang="en"/>
              <a:t>Discuss Model </a:t>
            </a:r>
            <a:r>
              <a:rPr lang="en"/>
              <a:t>performance and results</a:t>
            </a:r>
            <a:endParaRPr/>
          </a:p>
          <a:p>
            <a:pPr indent="-298450" lvl="0" marL="457200" rtl="0" algn="l">
              <a:spcBef>
                <a:spcPts val="0"/>
              </a:spcBef>
              <a:spcAft>
                <a:spcPts val="0"/>
              </a:spcAft>
              <a:buSzPts val="1100"/>
              <a:buChar char="●"/>
            </a:pPr>
            <a:r>
              <a:rPr lang="en"/>
              <a:t>Linear regression serves as our baseline and helps interpret the direct effect of each grant characteristic on savings</a:t>
            </a:r>
            <a:endParaRPr/>
          </a:p>
          <a:p>
            <a:pPr indent="-298450" lvl="0" marL="457200" rtl="0" algn="l">
              <a:spcBef>
                <a:spcPts val="0"/>
              </a:spcBef>
              <a:spcAft>
                <a:spcPts val="0"/>
              </a:spcAft>
              <a:buSzPts val="1100"/>
              <a:buChar char="●"/>
            </a:pPr>
            <a:r>
              <a:rPr lang="en"/>
              <a:t>Decision trees capture nonlinear patterns in savings that linear regression cannot model</a:t>
            </a:r>
            <a:endParaRPr/>
          </a:p>
          <a:p>
            <a:pPr indent="-298450" lvl="0" marL="457200" rtl="0" algn="l">
              <a:spcBef>
                <a:spcPts val="0"/>
              </a:spcBef>
              <a:spcAft>
                <a:spcPts val="0"/>
              </a:spcAft>
              <a:buSzPts val="1100"/>
              <a:buChar char="●"/>
            </a:pPr>
            <a:r>
              <a:rPr lang="en"/>
              <a:t>Random forests model complex interactions between grant characteristics and produce the most robust predictions (It avoid overfitting)</a:t>
            </a:r>
            <a:endParaRPr/>
          </a:p>
          <a:p>
            <a:pPr indent="-298450" lvl="0" marL="457200" rtl="0" algn="l">
              <a:spcBef>
                <a:spcPts val="0"/>
              </a:spcBef>
              <a:spcAft>
                <a:spcPts val="0"/>
              </a:spcAft>
              <a:buSzPts val="1100"/>
              <a:buChar char="●"/>
            </a:pPr>
            <a:r>
              <a:rPr lang="en"/>
              <a:t>Ridge to address multicollinearity among financial variables and improve coefficient stability</a:t>
            </a:r>
            <a:endParaRPr/>
          </a:p>
          <a:p>
            <a:pPr indent="0" lvl="0" marL="0" rtl="0" algn="l">
              <a:spcBef>
                <a:spcPts val="0"/>
              </a:spcBef>
              <a:spcAft>
                <a:spcPts val="0"/>
              </a:spcAft>
              <a:buNone/>
            </a:pPr>
            <a:r>
              <a:rPr lang="en"/>
              <a:t>Why we chose these metrics:</a:t>
            </a:r>
            <a:endParaRPr/>
          </a:p>
          <a:p>
            <a:pPr indent="-298450" lvl="0" marL="457200" rtl="0" algn="l">
              <a:spcBef>
                <a:spcPts val="0"/>
              </a:spcBef>
              <a:spcAft>
                <a:spcPts val="0"/>
              </a:spcAft>
              <a:buSzPts val="1100"/>
              <a:buChar char="●"/>
            </a:pPr>
            <a:r>
              <a:rPr lang="en"/>
              <a:t>OS R2: best overall quality metric. Tells us how much variance the model explains relative to the mean</a:t>
            </a:r>
            <a:endParaRPr/>
          </a:p>
          <a:p>
            <a:pPr indent="-298450" lvl="0" marL="457200" rtl="0" algn="l">
              <a:spcBef>
                <a:spcPts val="0"/>
              </a:spcBef>
              <a:spcAft>
                <a:spcPts val="0"/>
              </a:spcAft>
              <a:buSzPts val="1100"/>
              <a:buChar char="●"/>
            </a:pPr>
            <a:r>
              <a:rPr lang="en"/>
              <a:t>OS MSE (mean squared error): MSE penalizes larger errors more heavily than smaller ones</a:t>
            </a:r>
            <a:endParaRPr/>
          </a:p>
          <a:p>
            <a:pPr indent="-298450" lvl="0" marL="457200" rtl="0" algn="l">
              <a:spcBef>
                <a:spcPts val="0"/>
              </a:spcBef>
              <a:spcAft>
                <a:spcPts val="0"/>
              </a:spcAft>
              <a:buSzPts val="1100"/>
              <a:buChar char="●"/>
            </a:pPr>
            <a:r>
              <a:rPr lang="en"/>
              <a:t>OS MAE (mean absolute error): MAE more robust to outliers</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aa33aec1a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aa33aec1a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lang="en"/>
              <a:t>Since the Random Forest was our strongest model, we examined its behavior more.</a:t>
            </a:r>
            <a:endParaRPr/>
          </a:p>
          <a:p>
            <a:pPr indent="0" lvl="0" marL="0" rtl="0" algn="l">
              <a:lnSpc>
                <a:spcPct val="138000"/>
              </a:lnSpc>
              <a:spcBef>
                <a:spcPts val="0"/>
              </a:spcBef>
              <a:spcAft>
                <a:spcPts val="0"/>
              </a:spcAft>
              <a:buClr>
                <a:schemeClr val="dk1"/>
              </a:buClr>
              <a:buSzPts val="1100"/>
              <a:buFont typeface="Arial"/>
              <a:buNone/>
            </a:pPr>
            <a:r>
              <a:rPr lang="en"/>
              <a:t>On the left, the actual vs predicted plot shows tight clustering along the diagonal, meaning the model predicts most values accurately.</a:t>
            </a:r>
            <a:endParaRPr/>
          </a:p>
          <a:p>
            <a:pPr indent="0" lvl="0" marL="0" rtl="0" algn="l">
              <a:lnSpc>
                <a:spcPct val="138000"/>
              </a:lnSpc>
              <a:spcBef>
                <a:spcPts val="0"/>
              </a:spcBef>
              <a:spcAft>
                <a:spcPts val="0"/>
              </a:spcAft>
              <a:buClr>
                <a:schemeClr val="dk1"/>
              </a:buClr>
              <a:buSzPts val="1100"/>
              <a:buFont typeface="Arial"/>
              <a:buNone/>
            </a:pPr>
            <a:r>
              <a:rPr lang="en"/>
              <a:t>On the right, we have feature importances which  reveals that DOGE’s estimated total grant value is the main predictor, higher than total obligation. We also see that the International Development sector is important and Agencies like USAID, which fund global economic and humanitarian programs, appear to face disproportionately high cuts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the best OSR2 and residuals, we can conclude that random forest is the best model type for our analysis.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Visual on left: shows residuals for the model</a:t>
            </a:r>
            <a:endParaRPr/>
          </a:p>
          <a:p>
            <a:pPr indent="0" lvl="0" marL="0" rtl="0" algn="l">
              <a:spcBef>
                <a:spcPts val="0"/>
              </a:spcBef>
              <a:spcAft>
                <a:spcPts val="0"/>
              </a:spcAft>
              <a:buNone/>
            </a:pPr>
            <a:r>
              <a:rPr lang="en"/>
              <a:t>Right: Feature importance. Value/Total obligation are not too shocking, but it seems a sector in International Development has sway on predicting data (making it an influential </a:t>
            </a:r>
            <a:r>
              <a:rPr lang="en"/>
              <a:t>predictor). </a:t>
            </a:r>
            <a:br>
              <a:rPr lang="en"/>
            </a:br>
            <a:br>
              <a:rPr lang="en"/>
            </a:br>
            <a:r>
              <a:rPr b="1" lang="en" sz="1300">
                <a:solidFill>
                  <a:schemeClr val="dk1"/>
                </a:solidFill>
              </a:rPr>
              <a:t>“Relative Importance (MDI Score)” </a:t>
            </a:r>
            <a:r>
              <a:rPr lang="en">
                <a:solidFill>
                  <a:schemeClr val="dk1"/>
                </a:solidFill>
              </a:rPr>
              <a:t>(MDI = Mean Decrease in Impurity)</a:t>
            </a:r>
            <a:br>
              <a:rPr lang="en">
                <a:solidFill>
                  <a:schemeClr val="dk1"/>
                </a:solidFill>
              </a:rPr>
            </a:br>
            <a:r>
              <a:rPr lang="en">
                <a:solidFill>
                  <a:schemeClr val="dk1"/>
                </a:solidFill>
              </a:rPr>
              <a:t>For the Random Forest, </a:t>
            </a:r>
            <a:r>
              <a:rPr i="1" lang="en">
                <a:solidFill>
                  <a:schemeClr val="dk1"/>
                </a:solidFill>
              </a:rPr>
              <a:t>value</a:t>
            </a:r>
            <a:r>
              <a:rPr lang="en">
                <a:solidFill>
                  <a:schemeClr val="dk1"/>
                </a:solidFill>
              </a:rPr>
              <a:t> contributes the most to reducing prediction error across trees.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Value —&gt; meaning the potential highest amount of </a:t>
            </a:r>
            <a:r>
              <a:rPr lang="en"/>
              <a:t>money government is awarding for the contract</a:t>
            </a:r>
            <a:endParaRPr/>
          </a:p>
          <a:p>
            <a:pPr indent="0" lvl="0" marL="0" rtl="0" algn="l">
              <a:spcBef>
                <a:spcPts val="0"/>
              </a:spcBef>
              <a:spcAft>
                <a:spcPts val="0"/>
              </a:spcAft>
              <a:buNone/>
            </a:pPr>
            <a:r>
              <a:rPr lang="en"/>
              <a:t>Savings —&gt; what has been cut</a:t>
            </a:r>
            <a:endParaRPr/>
          </a:p>
          <a:p>
            <a:pPr indent="0" lvl="0" marL="0" rtl="0" algn="l">
              <a:spcBef>
                <a:spcPts val="0"/>
              </a:spcBef>
              <a:spcAft>
                <a:spcPts val="0"/>
              </a:spcAft>
              <a:buNone/>
            </a:pPr>
            <a:r>
              <a:rPr lang="en"/>
              <a:t>Answer the research </a:t>
            </a:r>
            <a:r>
              <a:rPr lang="en"/>
              <a:t>question to the best of your ability</a:t>
            </a:r>
            <a:endParaRPr/>
          </a:p>
          <a:p>
            <a:pPr indent="0" lvl="0" marL="0" rtl="0" algn="l">
              <a:spcBef>
                <a:spcPts val="0"/>
              </a:spcBef>
              <a:spcAft>
                <a:spcPts val="0"/>
              </a:spcAft>
              <a:buNone/>
            </a:pPr>
            <a:r>
              <a:rPr lang="en"/>
              <a:t>Discuss DOGE calculation of savings: </a:t>
            </a:r>
            <a:r>
              <a:rPr lang="en" sz="1000">
                <a:solidFill>
                  <a:schemeClr val="dk1"/>
                </a:solidFill>
                <a:highlight>
                  <a:schemeClr val="lt1"/>
                </a:highlight>
                <a:latin typeface="Courier New"/>
                <a:ea typeface="Courier New"/>
                <a:cs typeface="Courier New"/>
                <a:sym typeface="Courier New"/>
              </a:rPr>
              <a:t>Controversial methodology in which some experts claim that DOGE conflates its true savings because it subtracts from the “ceiling” or maximum amount that the government COULD be using for the contract rather than what they would’ve actually used</a:t>
            </a:r>
            <a:endParaRPr/>
          </a:p>
          <a:p>
            <a:pPr indent="0" lvl="0" marL="0" rtl="0" algn="l">
              <a:spcBef>
                <a:spcPts val="0"/>
              </a:spcBef>
              <a:spcAft>
                <a:spcPts val="0"/>
              </a:spcAft>
              <a:buNone/>
            </a:pPr>
            <a:r>
              <a:rPr lang="en"/>
              <a:t>***What does this research mean?</a:t>
            </a:r>
            <a:endParaRPr/>
          </a:p>
          <a:p>
            <a:pPr indent="0" lvl="0" marL="0" rtl="0" algn="l">
              <a:spcBef>
                <a:spcPts val="0"/>
              </a:spcBef>
              <a:spcAft>
                <a:spcPts val="0"/>
              </a:spcAft>
              <a:buNone/>
            </a:pPr>
            <a:r>
              <a:rPr lang="en"/>
              <a:t>Federal budget cuts are not random: our analysis shows they follow measurable patterns tied to grant value and obligation levels, meaning agencies and institutions can anticipate and prepare for cuts using data-driven models.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1eb847568c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1eb847568c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variable we constructed is the “savings” per capita for each county within North Carolina</a:t>
            </a:r>
            <a:endParaRPr/>
          </a:p>
          <a:p>
            <a:pPr indent="-298450" lvl="0" marL="457200" rtl="0" algn="l">
              <a:spcBef>
                <a:spcPts val="0"/>
              </a:spcBef>
              <a:spcAft>
                <a:spcPts val="0"/>
              </a:spcAft>
              <a:buSzPts val="1100"/>
              <a:buChar char="-"/>
            </a:pPr>
            <a:r>
              <a:rPr lang="en"/>
              <a:t>This is where the third dataset comes in, since we’re dividing the decline by the population</a:t>
            </a:r>
            <a:endParaRPr/>
          </a:p>
          <a:p>
            <a:pPr indent="-298450" lvl="0" marL="457200" rtl="0" algn="l">
              <a:spcBef>
                <a:spcPts val="0"/>
              </a:spcBef>
              <a:spcAft>
                <a:spcPts val="0"/>
              </a:spcAft>
              <a:buSzPts val="1100"/>
              <a:buChar char="-"/>
            </a:pPr>
            <a:r>
              <a:rPr lang="en"/>
              <a:t>From this graph, you can see the top five counties with the greatest decline per capita in funding from DOGE </a:t>
            </a:r>
            <a:endParaRPr/>
          </a:p>
          <a:p>
            <a:pPr indent="0" lvl="0" marL="0" rtl="0" algn="l">
              <a:spcBef>
                <a:spcPts val="0"/>
              </a:spcBef>
              <a:spcAft>
                <a:spcPts val="0"/>
              </a:spcAft>
              <a:buNone/>
            </a:pPr>
            <a:r>
              <a:rPr lang="en"/>
              <a:t>Notice how most of these counties contain a large research university?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c56eb7aa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ac56eb7aa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variable we constructed is the “savings” per capita for each county within North Carolina</a:t>
            </a:r>
            <a:endParaRPr/>
          </a:p>
          <a:p>
            <a:pPr indent="-298450" lvl="0" marL="457200" rtl="0" algn="l">
              <a:spcBef>
                <a:spcPts val="0"/>
              </a:spcBef>
              <a:spcAft>
                <a:spcPts val="0"/>
              </a:spcAft>
              <a:buSzPts val="1100"/>
              <a:buChar char="-"/>
            </a:pPr>
            <a:r>
              <a:rPr lang="en"/>
              <a:t>This is where the third dataset comes in, since we’re dividing the decline by the population</a:t>
            </a:r>
            <a:endParaRPr/>
          </a:p>
          <a:p>
            <a:pPr indent="-298450" lvl="0" marL="457200" rtl="0" algn="l">
              <a:spcBef>
                <a:spcPts val="0"/>
              </a:spcBef>
              <a:spcAft>
                <a:spcPts val="0"/>
              </a:spcAft>
              <a:buSzPts val="1100"/>
              <a:buChar char="-"/>
            </a:pPr>
            <a:r>
              <a:rPr lang="en"/>
              <a:t>From this graph, you can see the top five counties with the greatest decline per capita in funding from DOGE </a:t>
            </a:r>
            <a:endParaRPr/>
          </a:p>
          <a:p>
            <a:pPr indent="0" lvl="0" marL="0" rtl="0" algn="l">
              <a:spcBef>
                <a:spcPts val="0"/>
              </a:spcBef>
              <a:spcAft>
                <a:spcPts val="0"/>
              </a:spcAft>
              <a:buNone/>
            </a:pPr>
            <a:r>
              <a:rPr lang="en"/>
              <a:t>Notice how most of these counties contain a large research university?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20837" y="638725"/>
            <a:ext cx="5008200" cy="15270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4600">
                <a:latin typeface="Rambla"/>
                <a:ea typeface="Rambla"/>
                <a:cs typeface="Rambla"/>
                <a:sym typeface="Rambla"/>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20825" y="2307600"/>
            <a:ext cx="2463900" cy="66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latin typeface="Roboto"/>
                <a:ea typeface="Roboto"/>
                <a:cs typeface="Roboto"/>
                <a:sym typeface="Robo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973200" y="2252200"/>
            <a:ext cx="3072300" cy="13851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3600"/>
              <a:buNone/>
              <a:defRPr sz="4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973200" y="1302871"/>
            <a:ext cx="1115400" cy="9156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14" name="Google Shape;14;p3"/>
          <p:cNvGrpSpPr/>
          <p:nvPr/>
        </p:nvGrpSpPr>
        <p:grpSpPr>
          <a:xfrm flipH="1" rot="-1751223">
            <a:off x="5122959" y="4016400"/>
            <a:ext cx="1308835" cy="1568865"/>
            <a:chOff x="1112130" y="2868093"/>
            <a:chExt cx="1308734" cy="1568744"/>
          </a:xfrm>
        </p:grpSpPr>
        <p:sp>
          <p:nvSpPr>
            <p:cNvPr id="15" name="Google Shape;15;p3"/>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3"/>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9" name="Google Shape;19;p4"/>
          <p:cNvSpPr txBox="1"/>
          <p:nvPr>
            <p:ph idx="1" type="body"/>
          </p:nvPr>
        </p:nvSpPr>
        <p:spPr>
          <a:xfrm>
            <a:off x="720000" y="1063351"/>
            <a:ext cx="7704000" cy="68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20" name="Google Shape;20;p4"/>
          <p:cNvGrpSpPr/>
          <p:nvPr/>
        </p:nvGrpSpPr>
        <p:grpSpPr>
          <a:xfrm>
            <a:off x="-1382258" y="397893"/>
            <a:ext cx="10692322" cy="5332800"/>
            <a:chOff x="-1382258" y="397893"/>
            <a:chExt cx="10692322" cy="5332800"/>
          </a:xfrm>
        </p:grpSpPr>
        <p:grpSp>
          <p:nvGrpSpPr>
            <p:cNvPr id="21" name="Google Shape;21;p4"/>
            <p:cNvGrpSpPr/>
            <p:nvPr/>
          </p:nvGrpSpPr>
          <p:grpSpPr>
            <a:xfrm flipH="1">
              <a:off x="8001330" y="397893"/>
              <a:ext cx="1308734" cy="1568744"/>
              <a:chOff x="1112130" y="2868093"/>
              <a:chExt cx="1308734" cy="1568744"/>
            </a:xfrm>
          </p:grpSpPr>
          <p:sp>
            <p:nvSpPr>
              <p:cNvPr id="22" name="Google Shape;22;p4"/>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4"/>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 name="Google Shape;24;p4"/>
            <p:cNvGrpSpPr/>
            <p:nvPr/>
          </p:nvGrpSpPr>
          <p:grpSpPr>
            <a:xfrm rot="-7383839">
              <a:off x="-1120274" y="2743827"/>
              <a:ext cx="2987497" cy="2245134"/>
              <a:chOff x="2928576" y="0"/>
              <a:chExt cx="2987361" cy="2245032"/>
            </a:xfrm>
          </p:grpSpPr>
          <p:sp>
            <p:nvSpPr>
              <p:cNvPr id="25" name="Google Shape;25;p4"/>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4"/>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4"/>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4"/>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9" name="Google Shape;29;p4"/>
          <p:cNvGrpSpPr/>
          <p:nvPr/>
        </p:nvGrpSpPr>
        <p:grpSpPr>
          <a:xfrm>
            <a:off x="-2044975" y="-506181"/>
            <a:ext cx="10802789" cy="7571124"/>
            <a:chOff x="-2044975" y="-506181"/>
            <a:chExt cx="10802789" cy="7571124"/>
          </a:xfrm>
        </p:grpSpPr>
        <p:sp>
          <p:nvSpPr>
            <p:cNvPr id="30" name="Google Shape;30;p4"/>
            <p:cNvSpPr/>
            <p:nvPr/>
          </p:nvSpPr>
          <p:spPr>
            <a:xfrm rot="3058951">
              <a:off x="6113427" y="4390542"/>
              <a:ext cx="2174963" cy="2245367"/>
            </a:xfrm>
            <a:custGeom>
              <a:rect b="b" l="l" r="r" t="t"/>
              <a:pathLst>
                <a:path extrusionOk="0" h="2243790" w="2173435">
                  <a:moveTo>
                    <a:pt x="2173685" y="273418"/>
                  </a:moveTo>
                  <a:cubicBezTo>
                    <a:pt x="1869390" y="111185"/>
                    <a:pt x="1532936" y="18304"/>
                    <a:pt x="1188475" y="1443"/>
                  </a:cubicBezTo>
                  <a:cubicBezTo>
                    <a:pt x="1035333" y="-5916"/>
                    <a:pt x="855821" y="16028"/>
                    <a:pt x="776016" y="146882"/>
                  </a:cubicBezTo>
                  <a:cubicBezTo>
                    <a:pt x="718580" y="241059"/>
                    <a:pt x="733431" y="360114"/>
                    <a:pt x="720232" y="469619"/>
                  </a:cubicBezTo>
                  <a:cubicBezTo>
                    <a:pt x="698434" y="650465"/>
                    <a:pt x="596944" y="811747"/>
                    <a:pt x="483582" y="954367"/>
                  </a:cubicBezTo>
                  <a:cubicBezTo>
                    <a:pt x="370219" y="1096988"/>
                    <a:pt x="241671" y="1229071"/>
                    <a:pt x="150119" y="1386569"/>
                  </a:cubicBezTo>
                  <a:cubicBezTo>
                    <a:pt x="38811" y="1579023"/>
                    <a:pt x="-12447" y="1800323"/>
                    <a:pt x="2916" y="2022091"/>
                  </a:cubicBezTo>
                  <a:cubicBezTo>
                    <a:pt x="48093" y="2032680"/>
                    <a:pt x="94973" y="2019577"/>
                    <a:pt x="141228" y="2015878"/>
                  </a:cubicBezTo>
                  <a:cubicBezTo>
                    <a:pt x="256852" y="2006631"/>
                    <a:pt x="367827" y="2056207"/>
                    <a:pt x="476425" y="2096947"/>
                  </a:cubicBezTo>
                  <a:cubicBezTo>
                    <a:pt x="674688" y="2171280"/>
                    <a:pt x="881963" y="2218920"/>
                    <a:pt x="1092796" y="2238613"/>
                  </a:cubicBezTo>
                  <a:cubicBezTo>
                    <a:pt x="1216420" y="2250137"/>
                    <a:pt x="1351382" y="2248885"/>
                    <a:pt x="1451070" y="2174902"/>
                  </a:cubicBezTo>
                  <a:cubicBezTo>
                    <a:pt x="1501051" y="2137808"/>
                    <a:pt x="1537384" y="2085596"/>
                    <a:pt x="1571440" y="2033508"/>
                  </a:cubicBezTo>
                  <a:cubicBezTo>
                    <a:pt x="1846691" y="1611839"/>
                    <a:pt x="2031875" y="1137904"/>
                    <a:pt x="2115394" y="6413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4"/>
            <p:cNvSpPr/>
            <p:nvPr/>
          </p:nvSpPr>
          <p:spPr>
            <a:xfrm flipH="1" rot="10800000">
              <a:off x="-2044975" y="-506181"/>
              <a:ext cx="5306650" cy="1521913"/>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grpSp>
        <p:nvGrpSpPr>
          <p:cNvPr id="33" name="Google Shape;33;p5"/>
          <p:cNvGrpSpPr/>
          <p:nvPr/>
        </p:nvGrpSpPr>
        <p:grpSpPr>
          <a:xfrm>
            <a:off x="-1382258" y="397893"/>
            <a:ext cx="10692322" cy="5332800"/>
            <a:chOff x="-1382258" y="397893"/>
            <a:chExt cx="10692322" cy="5332800"/>
          </a:xfrm>
        </p:grpSpPr>
        <p:grpSp>
          <p:nvGrpSpPr>
            <p:cNvPr id="34" name="Google Shape;34;p5"/>
            <p:cNvGrpSpPr/>
            <p:nvPr/>
          </p:nvGrpSpPr>
          <p:grpSpPr>
            <a:xfrm flipH="1">
              <a:off x="8001330" y="397893"/>
              <a:ext cx="1308734" cy="1568744"/>
              <a:chOff x="1112130" y="2868093"/>
              <a:chExt cx="1308734" cy="1568744"/>
            </a:xfrm>
          </p:grpSpPr>
          <p:sp>
            <p:nvSpPr>
              <p:cNvPr id="35" name="Google Shape;35;p5"/>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5"/>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 name="Google Shape;37;p5"/>
            <p:cNvGrpSpPr/>
            <p:nvPr/>
          </p:nvGrpSpPr>
          <p:grpSpPr>
            <a:xfrm rot="-7383839">
              <a:off x="-1120274" y="2743827"/>
              <a:ext cx="2987497" cy="2245134"/>
              <a:chOff x="2928576" y="0"/>
              <a:chExt cx="2987361" cy="2245032"/>
            </a:xfrm>
          </p:grpSpPr>
          <p:sp>
            <p:nvSpPr>
              <p:cNvPr id="38" name="Google Shape;38;p5"/>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5"/>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5"/>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5"/>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2" name="Google Shape;42;p5"/>
          <p:cNvGrpSpPr/>
          <p:nvPr/>
        </p:nvGrpSpPr>
        <p:grpSpPr>
          <a:xfrm>
            <a:off x="-2044975" y="-506181"/>
            <a:ext cx="10802789" cy="7571124"/>
            <a:chOff x="-2044975" y="-506181"/>
            <a:chExt cx="10802789" cy="7571124"/>
          </a:xfrm>
        </p:grpSpPr>
        <p:sp>
          <p:nvSpPr>
            <p:cNvPr id="43" name="Google Shape;43;p5"/>
            <p:cNvSpPr/>
            <p:nvPr/>
          </p:nvSpPr>
          <p:spPr>
            <a:xfrm rot="3058951">
              <a:off x="6113427" y="4390542"/>
              <a:ext cx="2174963" cy="2245367"/>
            </a:xfrm>
            <a:custGeom>
              <a:rect b="b" l="l" r="r" t="t"/>
              <a:pathLst>
                <a:path extrusionOk="0" h="2243790" w="2173435">
                  <a:moveTo>
                    <a:pt x="2173685" y="273418"/>
                  </a:moveTo>
                  <a:cubicBezTo>
                    <a:pt x="1869390" y="111185"/>
                    <a:pt x="1532936" y="18304"/>
                    <a:pt x="1188475" y="1443"/>
                  </a:cubicBezTo>
                  <a:cubicBezTo>
                    <a:pt x="1035333" y="-5916"/>
                    <a:pt x="855821" y="16028"/>
                    <a:pt x="776016" y="146882"/>
                  </a:cubicBezTo>
                  <a:cubicBezTo>
                    <a:pt x="718580" y="241059"/>
                    <a:pt x="733431" y="360114"/>
                    <a:pt x="720232" y="469619"/>
                  </a:cubicBezTo>
                  <a:cubicBezTo>
                    <a:pt x="698434" y="650465"/>
                    <a:pt x="596944" y="811747"/>
                    <a:pt x="483582" y="954367"/>
                  </a:cubicBezTo>
                  <a:cubicBezTo>
                    <a:pt x="370219" y="1096988"/>
                    <a:pt x="241671" y="1229071"/>
                    <a:pt x="150119" y="1386569"/>
                  </a:cubicBezTo>
                  <a:cubicBezTo>
                    <a:pt x="38811" y="1579023"/>
                    <a:pt x="-12447" y="1800323"/>
                    <a:pt x="2916" y="2022091"/>
                  </a:cubicBezTo>
                  <a:cubicBezTo>
                    <a:pt x="48093" y="2032680"/>
                    <a:pt x="94973" y="2019577"/>
                    <a:pt x="141228" y="2015878"/>
                  </a:cubicBezTo>
                  <a:cubicBezTo>
                    <a:pt x="256852" y="2006631"/>
                    <a:pt x="367827" y="2056207"/>
                    <a:pt x="476425" y="2096947"/>
                  </a:cubicBezTo>
                  <a:cubicBezTo>
                    <a:pt x="674688" y="2171280"/>
                    <a:pt x="881963" y="2218920"/>
                    <a:pt x="1092796" y="2238613"/>
                  </a:cubicBezTo>
                  <a:cubicBezTo>
                    <a:pt x="1216420" y="2250137"/>
                    <a:pt x="1351382" y="2248885"/>
                    <a:pt x="1451070" y="2174902"/>
                  </a:cubicBezTo>
                  <a:cubicBezTo>
                    <a:pt x="1501051" y="2137808"/>
                    <a:pt x="1537384" y="2085596"/>
                    <a:pt x="1571440" y="2033508"/>
                  </a:cubicBezTo>
                  <a:cubicBezTo>
                    <a:pt x="1846691" y="1611839"/>
                    <a:pt x="2031875" y="1137904"/>
                    <a:pt x="2115394" y="6413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5"/>
            <p:cNvSpPr/>
            <p:nvPr/>
          </p:nvSpPr>
          <p:spPr>
            <a:xfrm flipH="1" rot="10800000">
              <a:off x="-2044975" y="-506181"/>
              <a:ext cx="5306650" cy="1521913"/>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5" name="Google Shape;45;p5"/>
          <p:cNvSpPr txBox="1"/>
          <p:nvPr>
            <p:ph idx="1" type="subTitle"/>
          </p:nvPr>
        </p:nvSpPr>
        <p:spPr>
          <a:xfrm>
            <a:off x="5012625" y="2599861"/>
            <a:ext cx="2460900" cy="1659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 name="Google Shape;46;p5"/>
          <p:cNvSpPr txBox="1"/>
          <p:nvPr>
            <p:ph idx="2" type="subTitle"/>
          </p:nvPr>
        </p:nvSpPr>
        <p:spPr>
          <a:xfrm>
            <a:off x="1670450" y="2599861"/>
            <a:ext cx="2460900" cy="1659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 name="Google Shape;47;p5"/>
          <p:cNvSpPr txBox="1"/>
          <p:nvPr>
            <p:ph idx="3" type="subTitle"/>
          </p:nvPr>
        </p:nvSpPr>
        <p:spPr>
          <a:xfrm>
            <a:off x="1670450" y="2226273"/>
            <a:ext cx="2460900" cy="399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 name="Google Shape;48;p5"/>
          <p:cNvSpPr txBox="1"/>
          <p:nvPr>
            <p:ph idx="4" type="subTitle"/>
          </p:nvPr>
        </p:nvSpPr>
        <p:spPr>
          <a:xfrm>
            <a:off x="5012649" y="2226273"/>
            <a:ext cx="2460900" cy="399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 name="Google Shape;49;p5"/>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6"/>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52" name="Google Shape;52;p6"/>
          <p:cNvGrpSpPr/>
          <p:nvPr/>
        </p:nvGrpSpPr>
        <p:grpSpPr>
          <a:xfrm>
            <a:off x="-1382258" y="397893"/>
            <a:ext cx="10692322" cy="5332800"/>
            <a:chOff x="-1382258" y="397893"/>
            <a:chExt cx="10692322" cy="5332800"/>
          </a:xfrm>
        </p:grpSpPr>
        <p:grpSp>
          <p:nvGrpSpPr>
            <p:cNvPr id="53" name="Google Shape;53;p6"/>
            <p:cNvGrpSpPr/>
            <p:nvPr/>
          </p:nvGrpSpPr>
          <p:grpSpPr>
            <a:xfrm flipH="1">
              <a:off x="8001330" y="397893"/>
              <a:ext cx="1308734" cy="1568744"/>
              <a:chOff x="1112130" y="2868093"/>
              <a:chExt cx="1308734" cy="1568744"/>
            </a:xfrm>
          </p:grpSpPr>
          <p:sp>
            <p:nvSpPr>
              <p:cNvPr id="54" name="Google Shape;54;p6"/>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6"/>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 name="Google Shape;56;p6"/>
            <p:cNvGrpSpPr/>
            <p:nvPr/>
          </p:nvGrpSpPr>
          <p:grpSpPr>
            <a:xfrm rot="-7383839">
              <a:off x="-1120274" y="2743827"/>
              <a:ext cx="2987497" cy="2245134"/>
              <a:chOff x="2928576" y="0"/>
              <a:chExt cx="2987361" cy="2245032"/>
            </a:xfrm>
          </p:grpSpPr>
          <p:sp>
            <p:nvSpPr>
              <p:cNvPr id="57" name="Google Shape;57;p6"/>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6"/>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6"/>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6"/>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1" name="Google Shape;61;p6"/>
          <p:cNvGrpSpPr/>
          <p:nvPr/>
        </p:nvGrpSpPr>
        <p:grpSpPr>
          <a:xfrm>
            <a:off x="-2044975" y="-506181"/>
            <a:ext cx="10802789" cy="7571124"/>
            <a:chOff x="-2044975" y="-506181"/>
            <a:chExt cx="10802789" cy="7571124"/>
          </a:xfrm>
        </p:grpSpPr>
        <p:sp>
          <p:nvSpPr>
            <p:cNvPr id="62" name="Google Shape;62;p6"/>
            <p:cNvSpPr/>
            <p:nvPr/>
          </p:nvSpPr>
          <p:spPr>
            <a:xfrm rot="3058951">
              <a:off x="6113427" y="4390542"/>
              <a:ext cx="2174963" cy="2245367"/>
            </a:xfrm>
            <a:custGeom>
              <a:rect b="b" l="l" r="r" t="t"/>
              <a:pathLst>
                <a:path extrusionOk="0" h="2243790" w="2173435">
                  <a:moveTo>
                    <a:pt x="2173685" y="273418"/>
                  </a:moveTo>
                  <a:cubicBezTo>
                    <a:pt x="1869390" y="111185"/>
                    <a:pt x="1532936" y="18304"/>
                    <a:pt x="1188475" y="1443"/>
                  </a:cubicBezTo>
                  <a:cubicBezTo>
                    <a:pt x="1035333" y="-5916"/>
                    <a:pt x="855821" y="16028"/>
                    <a:pt x="776016" y="146882"/>
                  </a:cubicBezTo>
                  <a:cubicBezTo>
                    <a:pt x="718580" y="241059"/>
                    <a:pt x="733431" y="360114"/>
                    <a:pt x="720232" y="469619"/>
                  </a:cubicBezTo>
                  <a:cubicBezTo>
                    <a:pt x="698434" y="650465"/>
                    <a:pt x="596944" y="811747"/>
                    <a:pt x="483582" y="954367"/>
                  </a:cubicBezTo>
                  <a:cubicBezTo>
                    <a:pt x="370219" y="1096988"/>
                    <a:pt x="241671" y="1229071"/>
                    <a:pt x="150119" y="1386569"/>
                  </a:cubicBezTo>
                  <a:cubicBezTo>
                    <a:pt x="38811" y="1579023"/>
                    <a:pt x="-12447" y="1800323"/>
                    <a:pt x="2916" y="2022091"/>
                  </a:cubicBezTo>
                  <a:cubicBezTo>
                    <a:pt x="48093" y="2032680"/>
                    <a:pt x="94973" y="2019577"/>
                    <a:pt x="141228" y="2015878"/>
                  </a:cubicBezTo>
                  <a:cubicBezTo>
                    <a:pt x="256852" y="2006631"/>
                    <a:pt x="367827" y="2056207"/>
                    <a:pt x="476425" y="2096947"/>
                  </a:cubicBezTo>
                  <a:cubicBezTo>
                    <a:pt x="674688" y="2171280"/>
                    <a:pt x="881963" y="2218920"/>
                    <a:pt x="1092796" y="2238613"/>
                  </a:cubicBezTo>
                  <a:cubicBezTo>
                    <a:pt x="1216420" y="2250137"/>
                    <a:pt x="1351382" y="2248885"/>
                    <a:pt x="1451070" y="2174902"/>
                  </a:cubicBezTo>
                  <a:cubicBezTo>
                    <a:pt x="1501051" y="2137808"/>
                    <a:pt x="1537384" y="2085596"/>
                    <a:pt x="1571440" y="2033508"/>
                  </a:cubicBezTo>
                  <a:cubicBezTo>
                    <a:pt x="1846691" y="1611839"/>
                    <a:pt x="2031875" y="1137904"/>
                    <a:pt x="2115394" y="6413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6"/>
            <p:cNvSpPr/>
            <p:nvPr/>
          </p:nvSpPr>
          <p:spPr>
            <a:xfrm flipH="1" rot="10800000">
              <a:off x="-2044975" y="-506181"/>
              <a:ext cx="5306650" cy="1521913"/>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 name="Shape 64"/>
        <p:cNvGrpSpPr/>
        <p:nvPr/>
      </p:nvGrpSpPr>
      <p:grpSpPr>
        <a:xfrm>
          <a:off x="0" y="0"/>
          <a:ext cx="0" cy="0"/>
          <a:chOff x="0" y="0"/>
          <a:chExt cx="0" cy="0"/>
        </a:xfrm>
      </p:grpSpPr>
      <p:sp>
        <p:nvSpPr>
          <p:cNvPr id="65" name="Google Shape;65;p7"/>
          <p:cNvSpPr txBox="1"/>
          <p:nvPr>
            <p:ph type="title"/>
          </p:nvPr>
        </p:nvSpPr>
        <p:spPr>
          <a:xfrm>
            <a:off x="1197900" y="1064425"/>
            <a:ext cx="3450300" cy="1175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66" name="Google Shape;66;p7"/>
          <p:cNvSpPr txBox="1"/>
          <p:nvPr>
            <p:ph idx="1" type="subTitle"/>
          </p:nvPr>
        </p:nvSpPr>
        <p:spPr>
          <a:xfrm>
            <a:off x="1197900" y="2312975"/>
            <a:ext cx="3450300" cy="1766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5"/>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67" name="Google Shape;67;p7"/>
          <p:cNvSpPr/>
          <p:nvPr>
            <p:ph idx="2" type="pic"/>
          </p:nvPr>
        </p:nvSpPr>
        <p:spPr>
          <a:xfrm>
            <a:off x="4904275" y="597450"/>
            <a:ext cx="2910000" cy="3948600"/>
          </a:xfrm>
          <a:prstGeom prst="teardrop">
            <a:avLst>
              <a:gd fmla="val 100000" name="adj"/>
            </a:avLst>
          </a:prstGeom>
          <a:noFill/>
          <a:ln cap="flat" cmpd="sng" w="19050">
            <a:solidFill>
              <a:schemeClr val="accent1"/>
            </a:solidFill>
            <a:prstDash val="solid"/>
            <a:round/>
            <a:headEnd len="sm" w="sm" type="none"/>
            <a:tailEnd len="sm" w="sm" type="none"/>
          </a:ln>
        </p:spPr>
      </p:sp>
      <p:grpSp>
        <p:nvGrpSpPr>
          <p:cNvPr id="68" name="Google Shape;68;p7"/>
          <p:cNvGrpSpPr/>
          <p:nvPr/>
        </p:nvGrpSpPr>
        <p:grpSpPr>
          <a:xfrm>
            <a:off x="-118900" y="890445"/>
            <a:ext cx="11011607" cy="4798868"/>
            <a:chOff x="-118900" y="890445"/>
            <a:chExt cx="11011607" cy="4798868"/>
          </a:xfrm>
        </p:grpSpPr>
        <p:grpSp>
          <p:nvGrpSpPr>
            <p:cNvPr id="69" name="Google Shape;69;p7"/>
            <p:cNvGrpSpPr/>
            <p:nvPr/>
          </p:nvGrpSpPr>
          <p:grpSpPr>
            <a:xfrm flipH="1" rot="7536696">
              <a:off x="245452" y="3916184"/>
              <a:ext cx="1308762" cy="1568777"/>
              <a:chOff x="1112130" y="2868093"/>
              <a:chExt cx="1308734" cy="1568744"/>
            </a:xfrm>
          </p:grpSpPr>
          <p:sp>
            <p:nvSpPr>
              <p:cNvPr id="70" name="Google Shape;70;p7"/>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7"/>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 name="Google Shape;72;p7"/>
            <p:cNvGrpSpPr/>
            <p:nvPr/>
          </p:nvGrpSpPr>
          <p:grpSpPr>
            <a:xfrm rot="-8298219">
              <a:off x="7536959" y="1599679"/>
              <a:ext cx="2987439" cy="2245090"/>
              <a:chOff x="2928576" y="0"/>
              <a:chExt cx="2987361" cy="2245032"/>
            </a:xfrm>
          </p:grpSpPr>
          <p:sp>
            <p:nvSpPr>
              <p:cNvPr id="73" name="Google Shape;73;p7"/>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7"/>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7"/>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7"/>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7" name="Google Shape;77;p7"/>
          <p:cNvGrpSpPr/>
          <p:nvPr/>
        </p:nvGrpSpPr>
        <p:grpSpPr>
          <a:xfrm>
            <a:off x="-1531329" y="-1695080"/>
            <a:ext cx="11745357" cy="9133226"/>
            <a:chOff x="-1531329" y="-1695080"/>
            <a:chExt cx="11745357" cy="9133226"/>
          </a:xfrm>
        </p:grpSpPr>
        <p:sp>
          <p:nvSpPr>
            <p:cNvPr id="78" name="Google Shape;78;p7"/>
            <p:cNvSpPr/>
            <p:nvPr/>
          </p:nvSpPr>
          <p:spPr>
            <a:xfrm rot="4573459">
              <a:off x="-2015474" y="-379834"/>
              <a:ext cx="5008025" cy="2931541"/>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7"/>
            <p:cNvSpPr/>
            <p:nvPr/>
          </p:nvSpPr>
          <p:spPr>
            <a:xfrm flipH="1" rot="673548">
              <a:off x="5870772" y="3833340"/>
              <a:ext cx="4066789" cy="3239947"/>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8"/>
          <p:cNvSpPr txBox="1"/>
          <p:nvPr>
            <p:ph type="title"/>
          </p:nvPr>
        </p:nvSpPr>
        <p:spPr>
          <a:xfrm>
            <a:off x="4787625" y="1651500"/>
            <a:ext cx="3445500" cy="1840500"/>
          </a:xfrm>
          <a:prstGeom prst="rect">
            <a:avLst/>
          </a:prstGeom>
        </p:spPr>
        <p:txBody>
          <a:bodyPr anchorCtr="0" anchor="t" bIns="91425" lIns="91425" spcFirstLastPara="1" rIns="91425" wrap="square" tIns="91425">
            <a:noAutofit/>
          </a:bodyPr>
          <a:lstStyle>
            <a:lvl1pPr lvl="0" algn="r">
              <a:lnSpc>
                <a:spcPct val="9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9"/>
          <p:cNvSpPr txBox="1"/>
          <p:nvPr>
            <p:ph type="title"/>
          </p:nvPr>
        </p:nvSpPr>
        <p:spPr>
          <a:xfrm>
            <a:off x="4627100" y="1519525"/>
            <a:ext cx="3285600" cy="1026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sz="6800"/>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
        <p:nvSpPr>
          <p:cNvPr id="84" name="Google Shape;84;p9"/>
          <p:cNvSpPr txBox="1"/>
          <p:nvPr>
            <p:ph idx="1" type="subTitle"/>
          </p:nvPr>
        </p:nvSpPr>
        <p:spPr>
          <a:xfrm>
            <a:off x="4627100" y="2654650"/>
            <a:ext cx="3285600" cy="96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85" name="Google Shape;85;p9"/>
          <p:cNvGrpSpPr/>
          <p:nvPr/>
        </p:nvGrpSpPr>
        <p:grpSpPr>
          <a:xfrm>
            <a:off x="2072212" y="-366275"/>
            <a:ext cx="5827676" cy="5840046"/>
            <a:chOff x="2072212" y="-366275"/>
            <a:chExt cx="5827676" cy="5840046"/>
          </a:xfrm>
        </p:grpSpPr>
        <p:grpSp>
          <p:nvGrpSpPr>
            <p:cNvPr id="86" name="Google Shape;86;p9"/>
            <p:cNvGrpSpPr/>
            <p:nvPr/>
          </p:nvGrpSpPr>
          <p:grpSpPr>
            <a:xfrm flipH="1" rot="10191051">
              <a:off x="2094932" y="4625900"/>
              <a:ext cx="3359736" cy="556210"/>
              <a:chOff x="3572381" y="1090803"/>
              <a:chExt cx="2835360" cy="469399"/>
            </a:xfrm>
          </p:grpSpPr>
          <p:sp>
            <p:nvSpPr>
              <p:cNvPr id="87" name="Google Shape;87;p9"/>
              <p:cNvSpPr/>
              <p:nvPr/>
            </p:nvSpPr>
            <p:spPr>
              <a:xfrm>
                <a:off x="6333961" y="1442399"/>
                <a:ext cx="37407" cy="48561"/>
              </a:xfrm>
              <a:custGeom>
                <a:rect b="b" l="l" r="r" t="t"/>
                <a:pathLst>
                  <a:path extrusionOk="0" h="48561" w="37407">
                    <a:moveTo>
                      <a:pt x="31099" y="48348"/>
                    </a:moveTo>
                    <a:cubicBezTo>
                      <a:pt x="36228" y="46931"/>
                      <a:pt x="39237" y="41624"/>
                      <a:pt x="37819" y="36496"/>
                    </a:cubicBezTo>
                    <a:cubicBezTo>
                      <a:pt x="37614" y="35755"/>
                      <a:pt x="37322" y="35042"/>
                      <a:pt x="36948" y="34371"/>
                    </a:cubicBezTo>
                    <a:cubicBezTo>
                      <a:pt x="31219" y="24119"/>
                      <a:pt x="24957" y="14010"/>
                      <a:pt x="18334" y="4325"/>
                    </a:cubicBezTo>
                    <a:cubicBezTo>
                      <a:pt x="15334" y="-63"/>
                      <a:pt x="9345" y="-1188"/>
                      <a:pt x="4956" y="1811"/>
                    </a:cubicBezTo>
                    <a:cubicBezTo>
                      <a:pt x="568" y="4811"/>
                      <a:pt x="-558" y="10800"/>
                      <a:pt x="2442" y="15188"/>
                    </a:cubicBezTo>
                    <a:cubicBezTo>
                      <a:pt x="8739" y="24398"/>
                      <a:pt x="14694" y="34011"/>
                      <a:pt x="20142" y="43761"/>
                    </a:cubicBezTo>
                    <a:cubicBezTo>
                      <a:pt x="22304" y="47629"/>
                      <a:pt x="26826" y="49522"/>
                      <a:pt x="31099" y="4834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9"/>
              <p:cNvSpPr/>
              <p:nvPr/>
            </p:nvSpPr>
            <p:spPr>
              <a:xfrm>
                <a:off x="3626651" y="1178116"/>
                <a:ext cx="2682050" cy="229589"/>
              </a:xfrm>
              <a:custGeom>
                <a:rect b="b" l="l" r="r" t="t"/>
                <a:pathLst>
                  <a:path extrusionOk="0" h="229589" w="2682050">
                    <a:moveTo>
                      <a:pt x="2675754" y="229371"/>
                    </a:moveTo>
                    <a:cubicBezTo>
                      <a:pt x="2680878" y="227951"/>
                      <a:pt x="2683881" y="222646"/>
                      <a:pt x="2682460" y="217522"/>
                    </a:cubicBezTo>
                    <a:cubicBezTo>
                      <a:pt x="2682023" y="215945"/>
                      <a:pt x="2681191" y="214505"/>
                      <a:pt x="2680042" y="213339"/>
                    </a:cubicBezTo>
                    <a:cubicBezTo>
                      <a:pt x="2663356" y="196482"/>
                      <a:pt x="2645363" y="180971"/>
                      <a:pt x="2626231" y="166952"/>
                    </a:cubicBezTo>
                    <a:cubicBezTo>
                      <a:pt x="2621948" y="163803"/>
                      <a:pt x="2615923" y="164722"/>
                      <a:pt x="2612774" y="169004"/>
                    </a:cubicBezTo>
                    <a:cubicBezTo>
                      <a:pt x="2609624" y="173287"/>
                      <a:pt x="2610543" y="179311"/>
                      <a:pt x="2614826" y="182460"/>
                    </a:cubicBezTo>
                    <a:cubicBezTo>
                      <a:pt x="2633138" y="195875"/>
                      <a:pt x="2650359" y="210718"/>
                      <a:pt x="2666328" y="226849"/>
                    </a:cubicBezTo>
                    <a:cubicBezTo>
                      <a:pt x="2668780" y="229338"/>
                      <a:pt x="2672388" y="230304"/>
                      <a:pt x="2675755" y="229371"/>
                    </a:cubicBezTo>
                    <a:close/>
                    <a:moveTo>
                      <a:pt x="2564221" y="146657"/>
                    </a:moveTo>
                    <a:cubicBezTo>
                      <a:pt x="2569346" y="145244"/>
                      <a:pt x="2572354" y="139944"/>
                      <a:pt x="2570940" y="134820"/>
                    </a:cubicBezTo>
                    <a:cubicBezTo>
                      <a:pt x="2570247" y="132309"/>
                      <a:pt x="2568566" y="130186"/>
                      <a:pt x="2566281" y="128936"/>
                    </a:cubicBezTo>
                    <a:cubicBezTo>
                      <a:pt x="2545510" y="117632"/>
                      <a:pt x="2524145" y="107455"/>
                      <a:pt x="2502279" y="98452"/>
                    </a:cubicBezTo>
                    <a:cubicBezTo>
                      <a:pt x="2497368" y="96417"/>
                      <a:pt x="2491737" y="98748"/>
                      <a:pt x="2489701" y="103659"/>
                    </a:cubicBezTo>
                    <a:cubicBezTo>
                      <a:pt x="2487666" y="108569"/>
                      <a:pt x="2489998" y="114200"/>
                      <a:pt x="2494909" y="116235"/>
                    </a:cubicBezTo>
                    <a:cubicBezTo>
                      <a:pt x="2494912" y="116236"/>
                      <a:pt x="2494915" y="116237"/>
                      <a:pt x="2494918" y="116238"/>
                    </a:cubicBezTo>
                    <a:cubicBezTo>
                      <a:pt x="2516142" y="124977"/>
                      <a:pt x="2536880" y="134853"/>
                      <a:pt x="2557041" y="145823"/>
                    </a:cubicBezTo>
                    <a:cubicBezTo>
                      <a:pt x="2559234" y="147027"/>
                      <a:pt x="2561811" y="147327"/>
                      <a:pt x="2564221" y="146658"/>
                    </a:cubicBezTo>
                    <a:close/>
                    <a:moveTo>
                      <a:pt x="2435374" y="92822"/>
                    </a:moveTo>
                    <a:cubicBezTo>
                      <a:pt x="2440500" y="91412"/>
                      <a:pt x="2443512" y="86113"/>
                      <a:pt x="2442101" y="80988"/>
                    </a:cubicBezTo>
                    <a:cubicBezTo>
                      <a:pt x="2441235" y="77839"/>
                      <a:pt x="2438830" y="75344"/>
                      <a:pt x="2435715" y="74362"/>
                    </a:cubicBezTo>
                    <a:cubicBezTo>
                      <a:pt x="2414124" y="67555"/>
                      <a:pt x="2391197" y="61232"/>
                      <a:pt x="2367571" y="55565"/>
                    </a:cubicBezTo>
                    <a:cubicBezTo>
                      <a:pt x="2362401" y="54325"/>
                      <a:pt x="2357205" y="57510"/>
                      <a:pt x="2355965" y="62679"/>
                    </a:cubicBezTo>
                    <a:cubicBezTo>
                      <a:pt x="2354725" y="67848"/>
                      <a:pt x="2357911" y="73044"/>
                      <a:pt x="2363080" y="74284"/>
                    </a:cubicBezTo>
                    <a:cubicBezTo>
                      <a:pt x="2386272" y="79846"/>
                      <a:pt x="2408762" y="86049"/>
                      <a:pt x="2429928" y="92720"/>
                    </a:cubicBezTo>
                    <a:cubicBezTo>
                      <a:pt x="2431695" y="93281"/>
                      <a:pt x="2433587" y="93316"/>
                      <a:pt x="2435374" y="92822"/>
                    </a:cubicBezTo>
                    <a:close/>
                    <a:moveTo>
                      <a:pt x="2299306" y="59872"/>
                    </a:moveTo>
                    <a:cubicBezTo>
                      <a:pt x="2304432" y="58461"/>
                      <a:pt x="2307443" y="53161"/>
                      <a:pt x="2306031" y="48035"/>
                    </a:cubicBezTo>
                    <a:cubicBezTo>
                      <a:pt x="2305048" y="44466"/>
                      <a:pt x="2302106" y="41777"/>
                      <a:pt x="2298462" y="41119"/>
                    </a:cubicBezTo>
                    <a:cubicBezTo>
                      <a:pt x="2276155" y="37090"/>
                      <a:pt x="2252709" y="33435"/>
                      <a:pt x="2228772" y="30255"/>
                    </a:cubicBezTo>
                    <a:cubicBezTo>
                      <a:pt x="2223503" y="29555"/>
                      <a:pt x="2218663" y="33259"/>
                      <a:pt x="2217963" y="38528"/>
                    </a:cubicBezTo>
                    <a:cubicBezTo>
                      <a:pt x="2217263" y="43797"/>
                      <a:pt x="2220967" y="48636"/>
                      <a:pt x="2226236" y="49337"/>
                    </a:cubicBezTo>
                    <a:cubicBezTo>
                      <a:pt x="2249877" y="52478"/>
                      <a:pt x="2273026" y="56087"/>
                      <a:pt x="2295041" y="60061"/>
                    </a:cubicBezTo>
                    <a:cubicBezTo>
                      <a:pt x="2296459" y="60319"/>
                      <a:pt x="2297917" y="60255"/>
                      <a:pt x="2299306" y="59872"/>
                    </a:cubicBezTo>
                    <a:close/>
                    <a:moveTo>
                      <a:pt x="2160406" y="41225"/>
                    </a:moveTo>
                    <a:cubicBezTo>
                      <a:pt x="2165531" y="39810"/>
                      <a:pt x="2168539" y="34509"/>
                      <a:pt x="2167124" y="29384"/>
                    </a:cubicBezTo>
                    <a:cubicBezTo>
                      <a:pt x="2166060" y="25530"/>
                      <a:pt x="2162725" y="22735"/>
                      <a:pt x="2158745" y="22361"/>
                    </a:cubicBezTo>
                    <a:cubicBezTo>
                      <a:pt x="2136155" y="20242"/>
                      <a:pt x="2112532" y="18422"/>
                      <a:pt x="2088532" y="16949"/>
                    </a:cubicBezTo>
                    <a:cubicBezTo>
                      <a:pt x="2083226" y="16624"/>
                      <a:pt x="2078660" y="20661"/>
                      <a:pt x="2078335" y="25967"/>
                    </a:cubicBezTo>
                    <a:cubicBezTo>
                      <a:pt x="2078009" y="31273"/>
                      <a:pt x="2082047" y="35838"/>
                      <a:pt x="2087353" y="36163"/>
                    </a:cubicBezTo>
                    <a:cubicBezTo>
                      <a:pt x="2111148" y="37623"/>
                      <a:pt x="2134563" y="39427"/>
                      <a:pt x="2156946" y="41527"/>
                    </a:cubicBezTo>
                    <a:cubicBezTo>
                      <a:pt x="2158108" y="41637"/>
                      <a:pt x="2159280" y="41535"/>
                      <a:pt x="2160406" y="41225"/>
                    </a:cubicBezTo>
                    <a:close/>
                    <a:moveTo>
                      <a:pt x="2020471" y="32524"/>
                    </a:moveTo>
                    <a:cubicBezTo>
                      <a:pt x="2025595" y="31107"/>
                      <a:pt x="2028601" y="25804"/>
                      <a:pt x="2027183" y="20680"/>
                    </a:cubicBezTo>
                    <a:cubicBezTo>
                      <a:pt x="2026062" y="16626"/>
                      <a:pt x="2022438" y="13769"/>
                      <a:pt x="2018234" y="13625"/>
                    </a:cubicBezTo>
                    <a:cubicBezTo>
                      <a:pt x="1995538" y="12853"/>
                      <a:pt x="1971876" y="12328"/>
                      <a:pt x="1947908" y="12067"/>
                    </a:cubicBezTo>
                    <a:cubicBezTo>
                      <a:pt x="1942592" y="12009"/>
                      <a:pt x="1938236" y="16271"/>
                      <a:pt x="1938178" y="21587"/>
                    </a:cubicBezTo>
                    <a:cubicBezTo>
                      <a:pt x="1938120" y="26902"/>
                      <a:pt x="1942382" y="31258"/>
                      <a:pt x="1947698" y="31316"/>
                    </a:cubicBezTo>
                    <a:cubicBezTo>
                      <a:pt x="1971519" y="31576"/>
                      <a:pt x="1995030" y="32097"/>
                      <a:pt x="2017579" y="32864"/>
                    </a:cubicBezTo>
                    <a:cubicBezTo>
                      <a:pt x="2018555" y="32898"/>
                      <a:pt x="2019530" y="32783"/>
                      <a:pt x="2020471" y="32524"/>
                    </a:cubicBezTo>
                    <a:close/>
                    <a:moveTo>
                      <a:pt x="1880247" y="30914"/>
                    </a:moveTo>
                    <a:cubicBezTo>
                      <a:pt x="1885371" y="29496"/>
                      <a:pt x="1888375" y="24193"/>
                      <a:pt x="1886957" y="19069"/>
                    </a:cubicBezTo>
                    <a:cubicBezTo>
                      <a:pt x="1885794" y="14869"/>
                      <a:pt x="1881954" y="11974"/>
                      <a:pt x="1877595" y="12012"/>
                    </a:cubicBezTo>
                    <a:cubicBezTo>
                      <a:pt x="1854885" y="12211"/>
                      <a:pt x="1831241" y="12623"/>
                      <a:pt x="1807320" y="13235"/>
                    </a:cubicBezTo>
                    <a:cubicBezTo>
                      <a:pt x="1802005" y="13371"/>
                      <a:pt x="1797807" y="17789"/>
                      <a:pt x="1797943" y="23104"/>
                    </a:cubicBezTo>
                    <a:cubicBezTo>
                      <a:pt x="1798079" y="28418"/>
                      <a:pt x="1802498" y="32615"/>
                      <a:pt x="1807813" y="32479"/>
                    </a:cubicBezTo>
                    <a:cubicBezTo>
                      <a:pt x="1831627" y="31869"/>
                      <a:pt x="1855162" y="31460"/>
                      <a:pt x="1877764" y="31261"/>
                    </a:cubicBezTo>
                    <a:cubicBezTo>
                      <a:pt x="1878603" y="31254"/>
                      <a:pt x="1879438" y="31137"/>
                      <a:pt x="1880247" y="30914"/>
                    </a:cubicBezTo>
                    <a:close/>
                    <a:moveTo>
                      <a:pt x="1740049" y="34449"/>
                    </a:moveTo>
                    <a:cubicBezTo>
                      <a:pt x="1745172" y="33029"/>
                      <a:pt x="1748175" y="27725"/>
                      <a:pt x="1746755" y="22602"/>
                    </a:cubicBezTo>
                    <a:cubicBezTo>
                      <a:pt x="1745562" y="18295"/>
                      <a:pt x="1741561" y="15376"/>
                      <a:pt x="1737096" y="15554"/>
                    </a:cubicBezTo>
                    <a:cubicBezTo>
                      <a:pt x="1714410" y="16461"/>
                      <a:pt x="1690801" y="17553"/>
                      <a:pt x="1666926" y="18800"/>
                    </a:cubicBezTo>
                    <a:cubicBezTo>
                      <a:pt x="1661617" y="19072"/>
                      <a:pt x="1657533" y="23595"/>
                      <a:pt x="1657804" y="28904"/>
                    </a:cubicBezTo>
                    <a:cubicBezTo>
                      <a:pt x="1658076" y="34213"/>
                      <a:pt x="1662600" y="38296"/>
                      <a:pt x="1667909" y="38025"/>
                    </a:cubicBezTo>
                    <a:cubicBezTo>
                      <a:pt x="1667916" y="38025"/>
                      <a:pt x="1667924" y="38024"/>
                      <a:pt x="1667931" y="38024"/>
                    </a:cubicBezTo>
                    <a:cubicBezTo>
                      <a:pt x="1691728" y="36781"/>
                      <a:pt x="1715257" y="35692"/>
                      <a:pt x="1737865" y="34788"/>
                    </a:cubicBezTo>
                    <a:cubicBezTo>
                      <a:pt x="1738604" y="34759"/>
                      <a:pt x="1739336" y="34645"/>
                      <a:pt x="1740049" y="34449"/>
                    </a:cubicBezTo>
                    <a:close/>
                    <a:moveTo>
                      <a:pt x="1599989" y="41717"/>
                    </a:moveTo>
                    <a:cubicBezTo>
                      <a:pt x="1605112" y="40297"/>
                      <a:pt x="1608115" y="34993"/>
                      <a:pt x="1606694" y="29870"/>
                    </a:cubicBezTo>
                    <a:cubicBezTo>
                      <a:pt x="1605479" y="25485"/>
                      <a:pt x="1601358" y="22550"/>
                      <a:pt x="1596817" y="22834"/>
                    </a:cubicBezTo>
                    <a:cubicBezTo>
                      <a:pt x="1574321" y="24240"/>
                      <a:pt x="1550752" y="25821"/>
                      <a:pt x="1526766" y="27529"/>
                    </a:cubicBezTo>
                    <a:cubicBezTo>
                      <a:pt x="1521464" y="27906"/>
                      <a:pt x="1517471" y="32510"/>
                      <a:pt x="1517848" y="37812"/>
                    </a:cubicBezTo>
                    <a:cubicBezTo>
                      <a:pt x="1518226" y="43114"/>
                      <a:pt x="1522830" y="47107"/>
                      <a:pt x="1528133" y="46730"/>
                    </a:cubicBezTo>
                    <a:cubicBezTo>
                      <a:pt x="1552065" y="45026"/>
                      <a:pt x="1575578" y="43450"/>
                      <a:pt x="1598019" y="42045"/>
                    </a:cubicBezTo>
                    <a:cubicBezTo>
                      <a:pt x="1598685" y="42004"/>
                      <a:pt x="1599345" y="41894"/>
                      <a:pt x="1599989" y="41717"/>
                    </a:cubicBezTo>
                    <a:close/>
                    <a:moveTo>
                      <a:pt x="1460235" y="51632"/>
                    </a:moveTo>
                    <a:cubicBezTo>
                      <a:pt x="1465359" y="50211"/>
                      <a:pt x="1468360" y="44907"/>
                      <a:pt x="1466939" y="39784"/>
                    </a:cubicBezTo>
                    <a:cubicBezTo>
                      <a:pt x="1465708" y="35345"/>
                      <a:pt x="1461504" y="32401"/>
                      <a:pt x="1456912" y="32760"/>
                    </a:cubicBezTo>
                    <a:cubicBezTo>
                      <a:pt x="1434683" y="34500"/>
                      <a:pt x="1411143" y="36412"/>
                      <a:pt x="1386944" y="38442"/>
                    </a:cubicBezTo>
                    <a:cubicBezTo>
                      <a:pt x="1381646" y="38886"/>
                      <a:pt x="1377712" y="43541"/>
                      <a:pt x="1378156" y="48838"/>
                    </a:cubicBezTo>
                    <a:cubicBezTo>
                      <a:pt x="1378600" y="54135"/>
                      <a:pt x="1383255" y="58069"/>
                      <a:pt x="1388552" y="57625"/>
                    </a:cubicBezTo>
                    <a:cubicBezTo>
                      <a:pt x="1412718" y="55596"/>
                      <a:pt x="1436222" y="53688"/>
                      <a:pt x="1458415" y="51951"/>
                    </a:cubicBezTo>
                    <a:cubicBezTo>
                      <a:pt x="1459030" y="51903"/>
                      <a:pt x="1459640" y="51796"/>
                      <a:pt x="1460235" y="51632"/>
                    </a:cubicBezTo>
                    <a:close/>
                    <a:moveTo>
                      <a:pt x="1320267" y="63345"/>
                    </a:moveTo>
                    <a:cubicBezTo>
                      <a:pt x="1325391" y="61924"/>
                      <a:pt x="1328392" y="56619"/>
                      <a:pt x="1326971" y="51496"/>
                    </a:cubicBezTo>
                    <a:cubicBezTo>
                      <a:pt x="1325730" y="47023"/>
                      <a:pt x="1321474" y="44073"/>
                      <a:pt x="1316850" y="44480"/>
                    </a:cubicBezTo>
                    <a:cubicBezTo>
                      <a:pt x="1293531" y="46536"/>
                      <a:pt x="1270239" y="48624"/>
                      <a:pt x="1246975" y="50746"/>
                    </a:cubicBezTo>
                    <a:cubicBezTo>
                      <a:pt x="1241682" y="51238"/>
                      <a:pt x="1237789" y="55928"/>
                      <a:pt x="1238281" y="61221"/>
                    </a:cubicBezTo>
                    <a:cubicBezTo>
                      <a:pt x="1238772" y="66499"/>
                      <a:pt x="1243439" y="70387"/>
                      <a:pt x="1248720" y="69917"/>
                    </a:cubicBezTo>
                    <a:cubicBezTo>
                      <a:pt x="1271958" y="67803"/>
                      <a:pt x="1295232" y="65716"/>
                      <a:pt x="1318541" y="63656"/>
                    </a:cubicBezTo>
                    <a:cubicBezTo>
                      <a:pt x="1319125" y="63605"/>
                      <a:pt x="1319702" y="63500"/>
                      <a:pt x="1320267" y="63345"/>
                    </a:cubicBezTo>
                    <a:close/>
                    <a:moveTo>
                      <a:pt x="1180582" y="76022"/>
                    </a:moveTo>
                    <a:cubicBezTo>
                      <a:pt x="1185705" y="74601"/>
                      <a:pt x="1188707" y="69297"/>
                      <a:pt x="1187286" y="64174"/>
                    </a:cubicBezTo>
                    <a:cubicBezTo>
                      <a:pt x="1186041" y="59686"/>
                      <a:pt x="1181762" y="56733"/>
                      <a:pt x="1177124" y="57161"/>
                    </a:cubicBezTo>
                    <a:lnTo>
                      <a:pt x="1107292" y="63631"/>
                    </a:lnTo>
                    <a:cubicBezTo>
                      <a:pt x="1101998" y="64120"/>
                      <a:pt x="1098104" y="68808"/>
                      <a:pt x="1098594" y="74101"/>
                    </a:cubicBezTo>
                    <a:cubicBezTo>
                      <a:pt x="1099083" y="79394"/>
                      <a:pt x="1103771" y="83288"/>
                      <a:pt x="1109065" y="82799"/>
                    </a:cubicBezTo>
                    <a:lnTo>
                      <a:pt x="1178897" y="76329"/>
                    </a:lnTo>
                    <a:cubicBezTo>
                      <a:pt x="1179467" y="76277"/>
                      <a:pt x="1180031" y="76174"/>
                      <a:pt x="1180582" y="76022"/>
                    </a:cubicBezTo>
                    <a:close/>
                    <a:moveTo>
                      <a:pt x="1040914" y="88917"/>
                    </a:moveTo>
                    <a:cubicBezTo>
                      <a:pt x="1046037" y="87496"/>
                      <a:pt x="1049038" y="82192"/>
                      <a:pt x="1047618" y="77069"/>
                    </a:cubicBezTo>
                    <a:cubicBezTo>
                      <a:pt x="1046374" y="72586"/>
                      <a:pt x="1042102" y="69633"/>
                      <a:pt x="1037467" y="70055"/>
                    </a:cubicBezTo>
                    <a:cubicBezTo>
                      <a:pt x="1014055" y="72191"/>
                      <a:pt x="990780" y="74284"/>
                      <a:pt x="967643" y="76333"/>
                    </a:cubicBezTo>
                    <a:cubicBezTo>
                      <a:pt x="962348" y="76808"/>
                      <a:pt x="958441" y="81485"/>
                      <a:pt x="958916" y="86780"/>
                    </a:cubicBezTo>
                    <a:cubicBezTo>
                      <a:pt x="959390" y="92064"/>
                      <a:pt x="964051" y="95968"/>
                      <a:pt x="969337" y="95509"/>
                    </a:cubicBezTo>
                    <a:cubicBezTo>
                      <a:pt x="992486" y="93464"/>
                      <a:pt x="1015778" y="91369"/>
                      <a:pt x="1039215" y="89225"/>
                    </a:cubicBezTo>
                    <a:cubicBezTo>
                      <a:pt x="1039790" y="89173"/>
                      <a:pt x="1040358" y="89070"/>
                      <a:pt x="1040914" y="88917"/>
                    </a:cubicBezTo>
                    <a:close/>
                    <a:moveTo>
                      <a:pt x="901186" y="101218"/>
                    </a:moveTo>
                    <a:cubicBezTo>
                      <a:pt x="906309" y="99797"/>
                      <a:pt x="909310" y="94492"/>
                      <a:pt x="907889" y="89370"/>
                    </a:cubicBezTo>
                    <a:cubicBezTo>
                      <a:pt x="906652" y="84913"/>
                      <a:pt x="902421" y="81966"/>
                      <a:pt x="897812" y="82350"/>
                    </a:cubicBezTo>
                    <a:cubicBezTo>
                      <a:pt x="873111" y="84419"/>
                      <a:pt x="850263" y="86261"/>
                      <a:pt x="827963" y="87983"/>
                    </a:cubicBezTo>
                    <a:cubicBezTo>
                      <a:pt x="822663" y="88392"/>
                      <a:pt x="818697" y="93020"/>
                      <a:pt x="819107" y="98320"/>
                    </a:cubicBezTo>
                    <a:cubicBezTo>
                      <a:pt x="819516" y="103620"/>
                      <a:pt x="824144" y="107585"/>
                      <a:pt x="829445" y="107176"/>
                    </a:cubicBezTo>
                    <a:cubicBezTo>
                      <a:pt x="851787" y="105450"/>
                      <a:pt x="874676" y="103605"/>
                      <a:pt x="899417" y="101533"/>
                    </a:cubicBezTo>
                    <a:cubicBezTo>
                      <a:pt x="900015" y="101483"/>
                      <a:pt x="900607" y="101378"/>
                      <a:pt x="901186" y="101218"/>
                    </a:cubicBezTo>
                    <a:close/>
                    <a:moveTo>
                      <a:pt x="761324" y="111970"/>
                    </a:moveTo>
                    <a:cubicBezTo>
                      <a:pt x="766447" y="110550"/>
                      <a:pt x="769449" y="105246"/>
                      <a:pt x="768029" y="100123"/>
                    </a:cubicBezTo>
                    <a:cubicBezTo>
                      <a:pt x="766807" y="95717"/>
                      <a:pt x="762655" y="92779"/>
                      <a:pt x="758094" y="93091"/>
                    </a:cubicBezTo>
                    <a:cubicBezTo>
                      <a:pt x="733956" y="94746"/>
                      <a:pt x="710441" y="96233"/>
                      <a:pt x="688203" y="97507"/>
                    </a:cubicBezTo>
                    <a:cubicBezTo>
                      <a:pt x="682896" y="97818"/>
                      <a:pt x="678846" y="102373"/>
                      <a:pt x="679158" y="107680"/>
                    </a:cubicBezTo>
                    <a:cubicBezTo>
                      <a:pt x="679469" y="112975"/>
                      <a:pt x="684007" y="117021"/>
                      <a:pt x="689304" y="116725"/>
                    </a:cubicBezTo>
                    <a:cubicBezTo>
                      <a:pt x="711614" y="115446"/>
                      <a:pt x="735202" y="113956"/>
                      <a:pt x="759413" y="112295"/>
                    </a:cubicBezTo>
                    <a:cubicBezTo>
                      <a:pt x="760059" y="112251"/>
                      <a:pt x="760699" y="112142"/>
                      <a:pt x="761324" y="111970"/>
                    </a:cubicBezTo>
                    <a:close/>
                    <a:moveTo>
                      <a:pt x="621274" y="119924"/>
                    </a:moveTo>
                    <a:cubicBezTo>
                      <a:pt x="626398" y="118504"/>
                      <a:pt x="629401" y="113200"/>
                      <a:pt x="627981" y="108077"/>
                    </a:cubicBezTo>
                    <a:cubicBezTo>
                      <a:pt x="626785" y="103760"/>
                      <a:pt x="622769" y="100839"/>
                      <a:pt x="618293" y="101030"/>
                    </a:cubicBezTo>
                    <a:cubicBezTo>
                      <a:pt x="594139" y="102066"/>
                      <a:pt x="570614" y="102869"/>
                      <a:pt x="548369" y="103417"/>
                    </a:cubicBezTo>
                    <a:cubicBezTo>
                      <a:pt x="543054" y="103540"/>
                      <a:pt x="538846" y="107948"/>
                      <a:pt x="538969" y="113262"/>
                    </a:cubicBezTo>
                    <a:cubicBezTo>
                      <a:pt x="539092" y="118576"/>
                      <a:pt x="543500" y="122784"/>
                      <a:pt x="548815" y="122661"/>
                    </a:cubicBezTo>
                    <a:cubicBezTo>
                      <a:pt x="548824" y="122661"/>
                      <a:pt x="548834" y="122661"/>
                      <a:pt x="548844" y="122660"/>
                    </a:cubicBezTo>
                    <a:cubicBezTo>
                      <a:pt x="571204" y="122110"/>
                      <a:pt x="594848" y="121303"/>
                      <a:pt x="619118" y="120262"/>
                    </a:cubicBezTo>
                    <a:cubicBezTo>
                      <a:pt x="619847" y="120231"/>
                      <a:pt x="620570" y="120117"/>
                      <a:pt x="621274" y="119924"/>
                    </a:cubicBezTo>
                    <a:close/>
                    <a:moveTo>
                      <a:pt x="481039" y="123260"/>
                    </a:moveTo>
                    <a:cubicBezTo>
                      <a:pt x="486164" y="121843"/>
                      <a:pt x="489169" y="116540"/>
                      <a:pt x="487751" y="111417"/>
                    </a:cubicBezTo>
                    <a:cubicBezTo>
                      <a:pt x="486596" y="107241"/>
                      <a:pt x="482794" y="104351"/>
                      <a:pt x="478461" y="104357"/>
                    </a:cubicBezTo>
                    <a:cubicBezTo>
                      <a:pt x="454271" y="104387"/>
                      <a:pt x="430775" y="104077"/>
                      <a:pt x="408625" y="103437"/>
                    </a:cubicBezTo>
                    <a:cubicBezTo>
                      <a:pt x="403311" y="103283"/>
                      <a:pt x="398878" y="107466"/>
                      <a:pt x="398725" y="112779"/>
                    </a:cubicBezTo>
                    <a:cubicBezTo>
                      <a:pt x="398571" y="118093"/>
                      <a:pt x="402754" y="122525"/>
                      <a:pt x="408068" y="122678"/>
                    </a:cubicBezTo>
                    <a:cubicBezTo>
                      <a:pt x="430411" y="123325"/>
                      <a:pt x="454102" y="123637"/>
                      <a:pt x="478486" y="123606"/>
                    </a:cubicBezTo>
                    <a:cubicBezTo>
                      <a:pt x="479349" y="123606"/>
                      <a:pt x="480207" y="123489"/>
                      <a:pt x="481039" y="123260"/>
                    </a:cubicBezTo>
                    <a:close/>
                    <a:moveTo>
                      <a:pt x="340873" y="118985"/>
                    </a:moveTo>
                    <a:cubicBezTo>
                      <a:pt x="345998" y="117570"/>
                      <a:pt x="349006" y="112269"/>
                      <a:pt x="347590" y="107144"/>
                    </a:cubicBezTo>
                    <a:cubicBezTo>
                      <a:pt x="346503" y="103206"/>
                      <a:pt x="343048" y="100383"/>
                      <a:pt x="338972" y="100103"/>
                    </a:cubicBezTo>
                    <a:cubicBezTo>
                      <a:pt x="314708" y="98435"/>
                      <a:pt x="291405" y="96238"/>
                      <a:pt x="269709" y="93572"/>
                    </a:cubicBezTo>
                    <a:cubicBezTo>
                      <a:pt x="264433" y="92923"/>
                      <a:pt x="259629" y="96675"/>
                      <a:pt x="258981" y="101951"/>
                    </a:cubicBezTo>
                    <a:cubicBezTo>
                      <a:pt x="258332" y="107226"/>
                      <a:pt x="262084" y="112029"/>
                      <a:pt x="267360" y="112678"/>
                    </a:cubicBezTo>
                    <a:cubicBezTo>
                      <a:pt x="289396" y="115386"/>
                      <a:pt x="313046" y="117616"/>
                      <a:pt x="337651" y="119307"/>
                    </a:cubicBezTo>
                    <a:cubicBezTo>
                      <a:pt x="338736" y="119382"/>
                      <a:pt x="339825" y="119274"/>
                      <a:pt x="340873" y="118985"/>
                    </a:cubicBezTo>
                    <a:close/>
                    <a:moveTo>
                      <a:pt x="201932" y="101421"/>
                    </a:moveTo>
                    <a:cubicBezTo>
                      <a:pt x="207058" y="100009"/>
                      <a:pt x="210070" y="94710"/>
                      <a:pt x="208658" y="89584"/>
                    </a:cubicBezTo>
                    <a:cubicBezTo>
                      <a:pt x="207692" y="86078"/>
                      <a:pt x="204833" y="83415"/>
                      <a:pt x="201266" y="82701"/>
                    </a:cubicBezTo>
                    <a:cubicBezTo>
                      <a:pt x="178740" y="78277"/>
                      <a:pt x="156473" y="72622"/>
                      <a:pt x="134566" y="65763"/>
                    </a:cubicBezTo>
                    <a:cubicBezTo>
                      <a:pt x="129499" y="64152"/>
                      <a:pt x="124087" y="66954"/>
                      <a:pt x="122477" y="72020"/>
                    </a:cubicBezTo>
                    <a:cubicBezTo>
                      <a:pt x="122477" y="72020"/>
                      <a:pt x="122476" y="72020"/>
                      <a:pt x="122476" y="72021"/>
                    </a:cubicBezTo>
                    <a:cubicBezTo>
                      <a:pt x="120867" y="77086"/>
                      <a:pt x="123668" y="82498"/>
                      <a:pt x="128733" y="84109"/>
                    </a:cubicBezTo>
                    <a:cubicBezTo>
                      <a:pt x="151317" y="91182"/>
                      <a:pt x="174270" y="97014"/>
                      <a:pt x="197491" y="101577"/>
                    </a:cubicBezTo>
                    <a:cubicBezTo>
                      <a:pt x="198963" y="101874"/>
                      <a:pt x="200485" y="101820"/>
                      <a:pt x="201932" y="101421"/>
                    </a:cubicBezTo>
                    <a:close/>
                    <a:moveTo>
                      <a:pt x="69777" y="58007"/>
                    </a:moveTo>
                    <a:cubicBezTo>
                      <a:pt x="72364" y="57297"/>
                      <a:pt x="74535" y="55538"/>
                      <a:pt x="75765" y="53155"/>
                    </a:cubicBezTo>
                    <a:cubicBezTo>
                      <a:pt x="78210" y="48435"/>
                      <a:pt x="76366" y="42627"/>
                      <a:pt x="71646" y="40182"/>
                    </a:cubicBezTo>
                    <a:cubicBezTo>
                      <a:pt x="51823" y="30146"/>
                      <a:pt x="33416" y="17533"/>
                      <a:pt x="16901" y="2670"/>
                    </a:cubicBezTo>
                    <a:cubicBezTo>
                      <a:pt x="12989" y="-927"/>
                      <a:pt x="6900" y="-671"/>
                      <a:pt x="3303" y="3242"/>
                    </a:cubicBezTo>
                    <a:cubicBezTo>
                      <a:pt x="3302" y="3242"/>
                      <a:pt x="3301" y="3243"/>
                      <a:pt x="3301" y="3244"/>
                    </a:cubicBezTo>
                    <a:cubicBezTo>
                      <a:pt x="-296" y="7157"/>
                      <a:pt x="-40" y="13245"/>
                      <a:pt x="3873" y="16841"/>
                    </a:cubicBezTo>
                    <a:cubicBezTo>
                      <a:pt x="3874" y="16842"/>
                      <a:pt x="3874" y="16842"/>
                      <a:pt x="3875" y="16843"/>
                    </a:cubicBezTo>
                    <a:cubicBezTo>
                      <a:pt x="21643" y="32860"/>
                      <a:pt x="41454" y="46455"/>
                      <a:pt x="62790" y="57275"/>
                    </a:cubicBezTo>
                    <a:cubicBezTo>
                      <a:pt x="64943" y="58393"/>
                      <a:pt x="67439" y="58655"/>
                      <a:pt x="69777" y="5800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9"/>
              <p:cNvSpPr/>
              <p:nvPr/>
            </p:nvSpPr>
            <p:spPr>
              <a:xfrm>
                <a:off x="3572381" y="1090803"/>
                <a:ext cx="31620" cy="51389"/>
              </a:xfrm>
              <a:custGeom>
                <a:rect b="b" l="l" r="r" t="t"/>
                <a:pathLst>
                  <a:path extrusionOk="0" h="51389" w="31620">
                    <a:moveTo>
                      <a:pt x="25305" y="51176"/>
                    </a:moveTo>
                    <a:cubicBezTo>
                      <a:pt x="25902" y="51011"/>
                      <a:pt x="26481" y="50790"/>
                      <a:pt x="27035" y="50514"/>
                    </a:cubicBezTo>
                    <a:cubicBezTo>
                      <a:pt x="31797" y="48150"/>
                      <a:pt x="33740" y="42374"/>
                      <a:pt x="31376" y="37613"/>
                    </a:cubicBezTo>
                    <a:cubicBezTo>
                      <a:pt x="26538" y="27835"/>
                      <a:pt x="22614" y="17631"/>
                      <a:pt x="19652" y="7131"/>
                    </a:cubicBezTo>
                    <a:cubicBezTo>
                      <a:pt x="18192" y="2025"/>
                      <a:pt x="12881" y="-942"/>
                      <a:pt x="7767" y="492"/>
                    </a:cubicBezTo>
                    <a:cubicBezTo>
                      <a:pt x="2653" y="1941"/>
                      <a:pt x="-319" y="7261"/>
                      <a:pt x="1128" y="12376"/>
                    </a:cubicBezTo>
                    <a:cubicBezTo>
                      <a:pt x="4414" y="24018"/>
                      <a:pt x="8767" y="35332"/>
                      <a:pt x="14132" y="46174"/>
                    </a:cubicBezTo>
                    <a:cubicBezTo>
                      <a:pt x="16181" y="50299"/>
                      <a:pt x="20864" y="52395"/>
                      <a:pt x="25305" y="511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9"/>
              <p:cNvSpPr/>
              <p:nvPr/>
            </p:nvSpPr>
            <p:spPr>
              <a:xfrm>
                <a:off x="6298954" y="1441865"/>
                <a:ext cx="108787" cy="118337"/>
              </a:xfrm>
              <a:custGeom>
                <a:rect b="b" l="l" r="r" t="t"/>
                <a:pathLst>
                  <a:path extrusionOk="0" h="118337" w="108787">
                    <a:moveTo>
                      <a:pt x="0" y="48281"/>
                    </a:moveTo>
                    <a:lnTo>
                      <a:pt x="96199" y="118337"/>
                    </a:lnTo>
                    <a:lnTo>
                      <a:pt x="108787" y="0"/>
                    </a:lnTo>
                    <a:lnTo>
                      <a:pt x="0" y="4828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 name="Google Shape;91;p9"/>
            <p:cNvGrpSpPr/>
            <p:nvPr/>
          </p:nvGrpSpPr>
          <p:grpSpPr>
            <a:xfrm flipH="1" rot="-1763425">
              <a:off x="5929390" y="61237"/>
              <a:ext cx="1924139" cy="693543"/>
              <a:chOff x="3596957" y="2922394"/>
              <a:chExt cx="1623881" cy="585317"/>
            </a:xfrm>
          </p:grpSpPr>
          <p:sp>
            <p:nvSpPr>
              <p:cNvPr id="92" name="Google Shape;92;p9"/>
              <p:cNvSpPr/>
              <p:nvPr/>
            </p:nvSpPr>
            <p:spPr>
              <a:xfrm>
                <a:off x="3596957" y="2922394"/>
                <a:ext cx="1576199" cy="585317"/>
              </a:xfrm>
              <a:custGeom>
                <a:rect b="b" l="l" r="r" t="t"/>
                <a:pathLst>
                  <a:path extrusionOk="0" h="585317" w="1576199">
                    <a:moveTo>
                      <a:pt x="410822" y="573790"/>
                    </a:moveTo>
                    <a:cubicBezTo>
                      <a:pt x="404674" y="572336"/>
                      <a:pt x="400869" y="566175"/>
                      <a:pt x="402322" y="560027"/>
                    </a:cubicBezTo>
                    <a:cubicBezTo>
                      <a:pt x="403776" y="553880"/>
                      <a:pt x="409939" y="550075"/>
                      <a:pt x="416087" y="551528"/>
                    </a:cubicBezTo>
                    <a:cubicBezTo>
                      <a:pt x="416093" y="551529"/>
                      <a:pt x="416098" y="551531"/>
                      <a:pt x="416104" y="551532"/>
                    </a:cubicBezTo>
                    <a:cubicBezTo>
                      <a:pt x="441959" y="557737"/>
                      <a:pt x="468351" y="561437"/>
                      <a:pt x="494915" y="562582"/>
                    </a:cubicBezTo>
                    <a:cubicBezTo>
                      <a:pt x="501228" y="562828"/>
                      <a:pt x="506146" y="568144"/>
                      <a:pt x="505900" y="574457"/>
                    </a:cubicBezTo>
                    <a:cubicBezTo>
                      <a:pt x="505654" y="580769"/>
                      <a:pt x="500337" y="585686"/>
                      <a:pt x="494025" y="585440"/>
                    </a:cubicBezTo>
                    <a:cubicBezTo>
                      <a:pt x="494018" y="585440"/>
                      <a:pt x="494011" y="585440"/>
                      <a:pt x="494004" y="585439"/>
                    </a:cubicBezTo>
                    <a:cubicBezTo>
                      <a:pt x="477323" y="584755"/>
                      <a:pt x="460698" y="583083"/>
                      <a:pt x="444215" y="580432"/>
                    </a:cubicBezTo>
                    <a:cubicBezTo>
                      <a:pt x="433194" y="578667"/>
                      <a:pt x="421959" y="576433"/>
                      <a:pt x="410822" y="573790"/>
                    </a:cubicBezTo>
                    <a:close/>
                    <a:moveTo>
                      <a:pt x="331251" y="547879"/>
                    </a:moveTo>
                    <a:cubicBezTo>
                      <a:pt x="305569" y="537211"/>
                      <a:pt x="280581" y="524945"/>
                      <a:pt x="256433" y="511154"/>
                    </a:cubicBezTo>
                    <a:cubicBezTo>
                      <a:pt x="250940" y="508032"/>
                      <a:pt x="249018" y="501050"/>
                      <a:pt x="252140" y="495558"/>
                    </a:cubicBezTo>
                    <a:cubicBezTo>
                      <a:pt x="255262" y="490066"/>
                      <a:pt x="262245" y="488144"/>
                      <a:pt x="267737" y="491265"/>
                    </a:cubicBezTo>
                    <a:cubicBezTo>
                      <a:pt x="291051" y="504583"/>
                      <a:pt x="315176" y="516428"/>
                      <a:pt x="339971" y="526730"/>
                    </a:cubicBezTo>
                    <a:cubicBezTo>
                      <a:pt x="345812" y="529138"/>
                      <a:pt x="348594" y="535824"/>
                      <a:pt x="346186" y="541664"/>
                    </a:cubicBezTo>
                    <a:cubicBezTo>
                      <a:pt x="343779" y="547504"/>
                      <a:pt x="337092" y="550287"/>
                      <a:pt x="331251" y="547879"/>
                    </a:cubicBezTo>
                    <a:close/>
                    <a:moveTo>
                      <a:pt x="564737" y="570436"/>
                    </a:moveTo>
                    <a:cubicBezTo>
                      <a:pt x="563599" y="564223"/>
                      <a:pt x="567713" y="558262"/>
                      <a:pt x="573927" y="557124"/>
                    </a:cubicBezTo>
                    <a:cubicBezTo>
                      <a:pt x="573927" y="557124"/>
                      <a:pt x="573927" y="557124"/>
                      <a:pt x="573927" y="557124"/>
                    </a:cubicBezTo>
                    <a:cubicBezTo>
                      <a:pt x="599949" y="552343"/>
                      <a:pt x="625335" y="544588"/>
                      <a:pt x="649587" y="534013"/>
                    </a:cubicBezTo>
                    <a:cubicBezTo>
                      <a:pt x="655378" y="531488"/>
                      <a:pt x="662119" y="534136"/>
                      <a:pt x="664644" y="539927"/>
                    </a:cubicBezTo>
                    <a:cubicBezTo>
                      <a:pt x="667169" y="545718"/>
                      <a:pt x="664521" y="552458"/>
                      <a:pt x="658730" y="554983"/>
                    </a:cubicBezTo>
                    <a:cubicBezTo>
                      <a:pt x="632869" y="566260"/>
                      <a:pt x="605799" y="574528"/>
                      <a:pt x="578051" y="579625"/>
                    </a:cubicBezTo>
                    <a:cubicBezTo>
                      <a:pt x="571844" y="580768"/>
                      <a:pt x="565885" y="576664"/>
                      <a:pt x="564741" y="570458"/>
                    </a:cubicBezTo>
                    <a:cubicBezTo>
                      <a:pt x="564740" y="570451"/>
                      <a:pt x="564739" y="570444"/>
                      <a:pt x="564737" y="570436"/>
                    </a:cubicBezTo>
                    <a:close/>
                    <a:moveTo>
                      <a:pt x="186437" y="466416"/>
                    </a:moveTo>
                    <a:cubicBezTo>
                      <a:pt x="164772" y="451052"/>
                      <a:pt x="142722" y="433994"/>
                      <a:pt x="120896" y="415714"/>
                    </a:cubicBezTo>
                    <a:cubicBezTo>
                      <a:pt x="116053" y="411658"/>
                      <a:pt x="115416" y="404444"/>
                      <a:pt x="119472" y="399601"/>
                    </a:cubicBezTo>
                    <a:cubicBezTo>
                      <a:pt x="123529" y="394759"/>
                      <a:pt x="130744" y="394122"/>
                      <a:pt x="135588" y="398177"/>
                    </a:cubicBezTo>
                    <a:cubicBezTo>
                      <a:pt x="156945" y="416065"/>
                      <a:pt x="178506" y="432746"/>
                      <a:pt x="199672" y="447756"/>
                    </a:cubicBezTo>
                    <a:cubicBezTo>
                      <a:pt x="204825" y="451411"/>
                      <a:pt x="206039" y="458550"/>
                      <a:pt x="202385" y="463703"/>
                    </a:cubicBezTo>
                    <a:cubicBezTo>
                      <a:pt x="198730" y="468855"/>
                      <a:pt x="191590" y="470070"/>
                      <a:pt x="186437" y="466416"/>
                    </a:cubicBezTo>
                    <a:close/>
                    <a:moveTo>
                      <a:pt x="715817" y="510474"/>
                    </a:moveTo>
                    <a:cubicBezTo>
                      <a:pt x="712101" y="505366"/>
                      <a:pt x="713230" y="498212"/>
                      <a:pt x="718339" y="494497"/>
                    </a:cubicBezTo>
                    <a:cubicBezTo>
                      <a:pt x="718340" y="494497"/>
                      <a:pt x="718340" y="494496"/>
                      <a:pt x="718340" y="494496"/>
                    </a:cubicBezTo>
                    <a:cubicBezTo>
                      <a:pt x="739817" y="478808"/>
                      <a:pt x="759712" y="461061"/>
                      <a:pt x="777740" y="441508"/>
                    </a:cubicBezTo>
                    <a:cubicBezTo>
                      <a:pt x="782025" y="436866"/>
                      <a:pt x="789262" y="436576"/>
                      <a:pt x="793905" y="440860"/>
                    </a:cubicBezTo>
                    <a:cubicBezTo>
                      <a:pt x="798547" y="445144"/>
                      <a:pt x="798837" y="452381"/>
                      <a:pt x="794553" y="457023"/>
                    </a:cubicBezTo>
                    <a:cubicBezTo>
                      <a:pt x="794547" y="457029"/>
                      <a:pt x="794540" y="457036"/>
                      <a:pt x="794534" y="457043"/>
                    </a:cubicBezTo>
                    <a:cubicBezTo>
                      <a:pt x="775492" y="477691"/>
                      <a:pt x="754480" y="496431"/>
                      <a:pt x="731797" y="512997"/>
                    </a:cubicBezTo>
                    <a:cubicBezTo>
                      <a:pt x="726687" y="516713"/>
                      <a:pt x="719533" y="515583"/>
                      <a:pt x="715817" y="510475"/>
                    </a:cubicBezTo>
                    <a:close/>
                    <a:moveTo>
                      <a:pt x="59331" y="360495"/>
                    </a:moveTo>
                    <a:cubicBezTo>
                      <a:pt x="40976" y="342950"/>
                      <a:pt x="22317" y="324133"/>
                      <a:pt x="3877" y="304569"/>
                    </a:cubicBezTo>
                    <a:cubicBezTo>
                      <a:pt x="-456" y="299973"/>
                      <a:pt x="-243" y="292734"/>
                      <a:pt x="4354" y="288401"/>
                    </a:cubicBezTo>
                    <a:cubicBezTo>
                      <a:pt x="4355" y="288401"/>
                      <a:pt x="4355" y="288401"/>
                      <a:pt x="4355" y="288400"/>
                    </a:cubicBezTo>
                    <a:cubicBezTo>
                      <a:pt x="8953" y="284068"/>
                      <a:pt x="16193" y="284282"/>
                      <a:pt x="20526" y="288879"/>
                    </a:cubicBezTo>
                    <a:cubicBezTo>
                      <a:pt x="38695" y="308154"/>
                      <a:pt x="57070" y="326687"/>
                      <a:pt x="75140" y="343960"/>
                    </a:cubicBezTo>
                    <a:cubicBezTo>
                      <a:pt x="79707" y="348326"/>
                      <a:pt x="79870" y="355565"/>
                      <a:pt x="75505" y="360132"/>
                    </a:cubicBezTo>
                    <a:cubicBezTo>
                      <a:pt x="72906" y="362854"/>
                      <a:pt x="69133" y="364122"/>
                      <a:pt x="65418" y="363522"/>
                    </a:cubicBezTo>
                    <a:cubicBezTo>
                      <a:pt x="63128" y="363156"/>
                      <a:pt x="61005" y="362101"/>
                      <a:pt x="59331" y="360496"/>
                    </a:cubicBezTo>
                    <a:close/>
                    <a:moveTo>
                      <a:pt x="829960" y="394066"/>
                    </a:moveTo>
                    <a:cubicBezTo>
                      <a:pt x="824638" y="390662"/>
                      <a:pt x="823084" y="383589"/>
                      <a:pt x="826488" y="378267"/>
                    </a:cubicBezTo>
                    <a:cubicBezTo>
                      <a:pt x="826488" y="378267"/>
                      <a:pt x="826488" y="378267"/>
                      <a:pt x="826488" y="378267"/>
                    </a:cubicBezTo>
                    <a:cubicBezTo>
                      <a:pt x="833664" y="367052"/>
                      <a:pt x="840356" y="355537"/>
                      <a:pt x="846564" y="343723"/>
                    </a:cubicBezTo>
                    <a:cubicBezTo>
                      <a:pt x="846059" y="343486"/>
                      <a:pt x="845572" y="343212"/>
                      <a:pt x="845107" y="342903"/>
                    </a:cubicBezTo>
                    <a:cubicBezTo>
                      <a:pt x="821685" y="327396"/>
                      <a:pt x="799815" y="309663"/>
                      <a:pt x="779802" y="289950"/>
                    </a:cubicBezTo>
                    <a:cubicBezTo>
                      <a:pt x="775303" y="285516"/>
                      <a:pt x="775251" y="278273"/>
                      <a:pt x="779686" y="273774"/>
                    </a:cubicBezTo>
                    <a:cubicBezTo>
                      <a:pt x="784121" y="269275"/>
                      <a:pt x="791364" y="269223"/>
                      <a:pt x="795863" y="273658"/>
                    </a:cubicBezTo>
                    <a:cubicBezTo>
                      <a:pt x="814537" y="292052"/>
                      <a:pt x="834919" y="308628"/>
                      <a:pt x="856733" y="323162"/>
                    </a:cubicBezTo>
                    <a:cubicBezTo>
                      <a:pt x="859142" y="317973"/>
                      <a:pt x="861451" y="312748"/>
                      <a:pt x="863659" y="307489"/>
                    </a:cubicBezTo>
                    <a:cubicBezTo>
                      <a:pt x="866105" y="301664"/>
                      <a:pt x="872809" y="298924"/>
                      <a:pt x="878635" y="301369"/>
                    </a:cubicBezTo>
                    <a:cubicBezTo>
                      <a:pt x="884460" y="303815"/>
                      <a:pt x="887200" y="310519"/>
                      <a:pt x="884754" y="316343"/>
                    </a:cubicBezTo>
                    <a:cubicBezTo>
                      <a:pt x="873900" y="342162"/>
                      <a:pt x="860854" y="367003"/>
                      <a:pt x="845760" y="390595"/>
                    </a:cubicBezTo>
                    <a:cubicBezTo>
                      <a:pt x="842363" y="395915"/>
                      <a:pt x="835296" y="397473"/>
                      <a:pt x="829975" y="394076"/>
                    </a:cubicBezTo>
                    <a:cubicBezTo>
                      <a:pt x="829970" y="394073"/>
                      <a:pt x="829965" y="394069"/>
                      <a:pt x="829960" y="394066"/>
                    </a:cubicBezTo>
                    <a:close/>
                    <a:moveTo>
                      <a:pt x="1000256" y="405774"/>
                    </a:moveTo>
                    <a:cubicBezTo>
                      <a:pt x="972593" y="400697"/>
                      <a:pt x="945524" y="392796"/>
                      <a:pt x="919472" y="382197"/>
                    </a:cubicBezTo>
                    <a:cubicBezTo>
                      <a:pt x="913621" y="379817"/>
                      <a:pt x="910806" y="373144"/>
                      <a:pt x="913187" y="367293"/>
                    </a:cubicBezTo>
                    <a:cubicBezTo>
                      <a:pt x="915567" y="361441"/>
                      <a:pt x="922241" y="358627"/>
                      <a:pt x="928093" y="361008"/>
                    </a:cubicBezTo>
                    <a:cubicBezTo>
                      <a:pt x="952692" y="371017"/>
                      <a:pt x="978252" y="378477"/>
                      <a:pt x="1004373" y="383272"/>
                    </a:cubicBezTo>
                    <a:cubicBezTo>
                      <a:pt x="1010587" y="384409"/>
                      <a:pt x="1014703" y="390369"/>
                      <a:pt x="1013565" y="396582"/>
                    </a:cubicBezTo>
                    <a:cubicBezTo>
                      <a:pt x="1012446" y="402696"/>
                      <a:pt x="1006649" y="406797"/>
                      <a:pt x="1000511" y="405818"/>
                    </a:cubicBezTo>
                    <a:close/>
                    <a:moveTo>
                      <a:pt x="1072442" y="401199"/>
                    </a:moveTo>
                    <a:cubicBezTo>
                      <a:pt x="1072299" y="394884"/>
                      <a:pt x="1077303" y="389649"/>
                      <a:pt x="1083618" y="389507"/>
                    </a:cubicBezTo>
                    <a:cubicBezTo>
                      <a:pt x="1083619" y="389507"/>
                      <a:pt x="1083619" y="389507"/>
                      <a:pt x="1083620" y="389507"/>
                    </a:cubicBezTo>
                    <a:cubicBezTo>
                      <a:pt x="1110228" y="388852"/>
                      <a:pt x="1136716" y="385694"/>
                      <a:pt x="1162732" y="380076"/>
                    </a:cubicBezTo>
                    <a:cubicBezTo>
                      <a:pt x="1168909" y="378753"/>
                      <a:pt x="1174990" y="382687"/>
                      <a:pt x="1176314" y="388864"/>
                    </a:cubicBezTo>
                    <a:cubicBezTo>
                      <a:pt x="1177637" y="395041"/>
                      <a:pt x="1173703" y="401121"/>
                      <a:pt x="1167525" y="402445"/>
                    </a:cubicBezTo>
                    <a:cubicBezTo>
                      <a:pt x="1140102" y="408364"/>
                      <a:pt x="1112182" y="411689"/>
                      <a:pt x="1084136" y="412376"/>
                    </a:cubicBezTo>
                    <a:cubicBezTo>
                      <a:pt x="1077825" y="412524"/>
                      <a:pt x="1072590" y="407528"/>
                      <a:pt x="1072442" y="401218"/>
                    </a:cubicBezTo>
                    <a:cubicBezTo>
                      <a:pt x="1072442" y="401212"/>
                      <a:pt x="1072442" y="401205"/>
                      <a:pt x="1072442" y="401199"/>
                    </a:cubicBezTo>
                    <a:close/>
                    <a:moveTo>
                      <a:pt x="1232796" y="371621"/>
                    </a:moveTo>
                    <a:cubicBezTo>
                      <a:pt x="1230480" y="365744"/>
                      <a:pt x="1233367" y="359103"/>
                      <a:pt x="1239244" y="356786"/>
                    </a:cubicBezTo>
                    <a:cubicBezTo>
                      <a:pt x="1264157" y="346900"/>
                      <a:pt x="1288367" y="335325"/>
                      <a:pt x="1311703" y="322141"/>
                    </a:cubicBezTo>
                    <a:cubicBezTo>
                      <a:pt x="1317208" y="319042"/>
                      <a:pt x="1324184" y="320992"/>
                      <a:pt x="1327284" y="326496"/>
                    </a:cubicBezTo>
                    <a:cubicBezTo>
                      <a:pt x="1330383" y="332001"/>
                      <a:pt x="1328433" y="338976"/>
                      <a:pt x="1322928" y="342075"/>
                    </a:cubicBezTo>
                    <a:cubicBezTo>
                      <a:pt x="1322925" y="342077"/>
                      <a:pt x="1322922" y="342079"/>
                      <a:pt x="1322920" y="342080"/>
                    </a:cubicBezTo>
                    <a:cubicBezTo>
                      <a:pt x="1298672" y="355776"/>
                      <a:pt x="1273517" y="367801"/>
                      <a:pt x="1247632" y="378071"/>
                    </a:cubicBezTo>
                    <a:cubicBezTo>
                      <a:pt x="1241757" y="380388"/>
                      <a:pt x="1235116" y="377504"/>
                      <a:pt x="1232799" y="371630"/>
                    </a:cubicBezTo>
                    <a:cubicBezTo>
                      <a:pt x="1232798" y="371627"/>
                      <a:pt x="1232797" y="371624"/>
                      <a:pt x="1232796" y="371622"/>
                    </a:cubicBezTo>
                    <a:close/>
                    <a:moveTo>
                      <a:pt x="726070" y="225103"/>
                    </a:moveTo>
                    <a:cubicBezTo>
                      <a:pt x="710123" y="201579"/>
                      <a:pt x="697448" y="175998"/>
                      <a:pt x="688392" y="149061"/>
                    </a:cubicBezTo>
                    <a:cubicBezTo>
                      <a:pt x="686440" y="143053"/>
                      <a:pt x="689729" y="136600"/>
                      <a:pt x="695738" y="134648"/>
                    </a:cubicBezTo>
                    <a:cubicBezTo>
                      <a:pt x="701746" y="132696"/>
                      <a:pt x="708200" y="135984"/>
                      <a:pt x="710152" y="141993"/>
                    </a:cubicBezTo>
                    <a:cubicBezTo>
                      <a:pt x="718565" y="166950"/>
                      <a:pt x="730330" y="190650"/>
                      <a:pt x="745124" y="212441"/>
                    </a:cubicBezTo>
                    <a:cubicBezTo>
                      <a:pt x="748628" y="217697"/>
                      <a:pt x="747207" y="224799"/>
                      <a:pt x="741950" y="228302"/>
                    </a:cubicBezTo>
                    <a:cubicBezTo>
                      <a:pt x="736693" y="231806"/>
                      <a:pt x="729591" y="230385"/>
                      <a:pt x="726087" y="225129"/>
                    </a:cubicBezTo>
                    <a:cubicBezTo>
                      <a:pt x="726082" y="225120"/>
                      <a:pt x="726076" y="225112"/>
                      <a:pt x="726070" y="225103"/>
                    </a:cubicBezTo>
                    <a:close/>
                    <a:moveTo>
                      <a:pt x="896505" y="245020"/>
                    </a:moveTo>
                    <a:cubicBezTo>
                      <a:pt x="890326" y="243706"/>
                      <a:pt x="886381" y="237632"/>
                      <a:pt x="887695" y="231452"/>
                    </a:cubicBezTo>
                    <a:cubicBezTo>
                      <a:pt x="888997" y="225321"/>
                      <a:pt x="890152" y="219138"/>
                      <a:pt x="891123" y="213072"/>
                    </a:cubicBezTo>
                    <a:cubicBezTo>
                      <a:pt x="894415" y="193183"/>
                      <a:pt x="895726" y="173016"/>
                      <a:pt x="895037" y="152867"/>
                    </a:cubicBezTo>
                    <a:cubicBezTo>
                      <a:pt x="894784" y="146555"/>
                      <a:pt x="899697" y="141233"/>
                      <a:pt x="906010" y="140981"/>
                    </a:cubicBezTo>
                    <a:cubicBezTo>
                      <a:pt x="912320" y="140729"/>
                      <a:pt x="917641" y="145637"/>
                      <a:pt x="917897" y="151946"/>
                    </a:cubicBezTo>
                    <a:cubicBezTo>
                      <a:pt x="918646" y="173613"/>
                      <a:pt x="917245" y="195300"/>
                      <a:pt x="913714" y="216690"/>
                    </a:cubicBezTo>
                    <a:cubicBezTo>
                      <a:pt x="912681" y="223134"/>
                      <a:pt x="911456" y="229702"/>
                      <a:pt x="910073" y="236210"/>
                    </a:cubicBezTo>
                    <a:cubicBezTo>
                      <a:pt x="908807" y="242165"/>
                      <a:pt x="903097" y="246085"/>
                      <a:pt x="897084" y="245127"/>
                    </a:cubicBezTo>
                    <a:cubicBezTo>
                      <a:pt x="896891" y="245096"/>
                      <a:pt x="896698" y="245060"/>
                      <a:pt x="896505" y="245020"/>
                    </a:cubicBezTo>
                    <a:close/>
                    <a:moveTo>
                      <a:pt x="1376970" y="294576"/>
                    </a:moveTo>
                    <a:cubicBezTo>
                      <a:pt x="1373275" y="289453"/>
                      <a:pt x="1374433" y="282305"/>
                      <a:pt x="1379556" y="278609"/>
                    </a:cubicBezTo>
                    <a:cubicBezTo>
                      <a:pt x="1400613" y="263425"/>
                      <a:pt x="1421900" y="246480"/>
                      <a:pt x="1442825" y="228245"/>
                    </a:cubicBezTo>
                    <a:cubicBezTo>
                      <a:pt x="1447588" y="224095"/>
                      <a:pt x="1454814" y="224591"/>
                      <a:pt x="1458964" y="229354"/>
                    </a:cubicBezTo>
                    <a:cubicBezTo>
                      <a:pt x="1463115" y="234116"/>
                      <a:pt x="1462618" y="241341"/>
                      <a:pt x="1457855" y="245491"/>
                    </a:cubicBezTo>
                    <a:cubicBezTo>
                      <a:pt x="1436404" y="264185"/>
                      <a:pt x="1414562" y="281570"/>
                      <a:pt x="1392940" y="297163"/>
                    </a:cubicBezTo>
                    <a:cubicBezTo>
                      <a:pt x="1387815" y="300858"/>
                      <a:pt x="1380666" y="299700"/>
                      <a:pt x="1376970" y="294576"/>
                    </a:cubicBezTo>
                    <a:close/>
                    <a:moveTo>
                      <a:pt x="690100" y="75949"/>
                    </a:moveTo>
                    <a:cubicBezTo>
                      <a:pt x="683981" y="74382"/>
                      <a:pt x="680291" y="68150"/>
                      <a:pt x="681858" y="62032"/>
                    </a:cubicBezTo>
                    <a:cubicBezTo>
                      <a:pt x="681859" y="62031"/>
                      <a:pt x="681859" y="62031"/>
                      <a:pt x="681859" y="62030"/>
                    </a:cubicBezTo>
                    <a:cubicBezTo>
                      <a:pt x="690208" y="29453"/>
                      <a:pt x="712605" y="8151"/>
                      <a:pt x="746627" y="423"/>
                    </a:cubicBezTo>
                    <a:cubicBezTo>
                      <a:pt x="752785" y="-988"/>
                      <a:pt x="758921" y="2860"/>
                      <a:pt x="760331" y="9018"/>
                    </a:cubicBezTo>
                    <a:cubicBezTo>
                      <a:pt x="761742" y="15175"/>
                      <a:pt x="757894" y="21310"/>
                      <a:pt x="751736" y="22721"/>
                    </a:cubicBezTo>
                    <a:cubicBezTo>
                      <a:pt x="751722" y="22724"/>
                      <a:pt x="751708" y="22728"/>
                      <a:pt x="751694" y="22731"/>
                    </a:cubicBezTo>
                    <a:cubicBezTo>
                      <a:pt x="726227" y="28515"/>
                      <a:pt x="710188" y="43648"/>
                      <a:pt x="704021" y="67709"/>
                    </a:cubicBezTo>
                    <a:cubicBezTo>
                      <a:pt x="702555" y="73429"/>
                      <a:pt x="696976" y="77094"/>
                      <a:pt x="691144" y="76167"/>
                    </a:cubicBezTo>
                    <a:cubicBezTo>
                      <a:pt x="690796" y="76111"/>
                      <a:pt x="690448" y="76038"/>
                      <a:pt x="690100" y="75949"/>
                    </a:cubicBezTo>
                    <a:close/>
                    <a:moveTo>
                      <a:pt x="1501924" y="188812"/>
                    </a:moveTo>
                    <a:cubicBezTo>
                      <a:pt x="1497424" y="184378"/>
                      <a:pt x="1497371" y="177136"/>
                      <a:pt x="1501805" y="172637"/>
                    </a:cubicBezTo>
                    <a:cubicBezTo>
                      <a:pt x="1501805" y="172637"/>
                      <a:pt x="1501805" y="172636"/>
                      <a:pt x="1501805" y="172636"/>
                    </a:cubicBezTo>
                    <a:cubicBezTo>
                      <a:pt x="1520173" y="153994"/>
                      <a:pt x="1538709" y="133916"/>
                      <a:pt x="1556895" y="112960"/>
                    </a:cubicBezTo>
                    <a:cubicBezTo>
                      <a:pt x="1561044" y="108196"/>
                      <a:pt x="1568270" y="107696"/>
                      <a:pt x="1573034" y="111845"/>
                    </a:cubicBezTo>
                    <a:cubicBezTo>
                      <a:pt x="1577788" y="115983"/>
                      <a:pt x="1578298" y="123186"/>
                      <a:pt x="1574175" y="127953"/>
                    </a:cubicBezTo>
                    <a:cubicBezTo>
                      <a:pt x="1555673" y="149272"/>
                      <a:pt x="1536807" y="169708"/>
                      <a:pt x="1518101" y="188691"/>
                    </a:cubicBezTo>
                    <a:cubicBezTo>
                      <a:pt x="1513670" y="193191"/>
                      <a:pt x="1506429" y="193247"/>
                      <a:pt x="1501929" y="188816"/>
                    </a:cubicBezTo>
                    <a:cubicBezTo>
                      <a:pt x="1501927" y="188815"/>
                      <a:pt x="1501926" y="188813"/>
                      <a:pt x="1501924" y="188812"/>
                    </a:cubicBezTo>
                    <a:close/>
                    <a:moveTo>
                      <a:pt x="877631" y="78386"/>
                    </a:moveTo>
                    <a:cubicBezTo>
                      <a:pt x="866959" y="55937"/>
                      <a:pt x="848335" y="38247"/>
                      <a:pt x="825367" y="28742"/>
                    </a:cubicBezTo>
                    <a:cubicBezTo>
                      <a:pt x="819521" y="26346"/>
                      <a:pt x="816725" y="19665"/>
                      <a:pt x="819121" y="13820"/>
                    </a:cubicBezTo>
                    <a:cubicBezTo>
                      <a:pt x="821513" y="7987"/>
                      <a:pt x="828172" y="5189"/>
                      <a:pt x="834012" y="7561"/>
                    </a:cubicBezTo>
                    <a:cubicBezTo>
                      <a:pt x="862117" y="19101"/>
                      <a:pt x="884937" y="40662"/>
                      <a:pt x="898049" y="68065"/>
                    </a:cubicBezTo>
                    <a:cubicBezTo>
                      <a:pt x="900908" y="73699"/>
                      <a:pt x="898657" y="80583"/>
                      <a:pt x="893023" y="83441"/>
                    </a:cubicBezTo>
                    <a:cubicBezTo>
                      <a:pt x="887389" y="86299"/>
                      <a:pt x="880505" y="84049"/>
                      <a:pt x="877646" y="78415"/>
                    </a:cubicBezTo>
                    <a:cubicBezTo>
                      <a:pt x="877641" y="78405"/>
                      <a:pt x="877636" y="78396"/>
                      <a:pt x="877631" y="7838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9"/>
              <p:cNvSpPr/>
              <p:nvPr/>
            </p:nvSpPr>
            <p:spPr>
              <a:xfrm>
                <a:off x="5099024" y="2970171"/>
                <a:ext cx="121814" cy="128220"/>
              </a:xfrm>
              <a:custGeom>
                <a:rect b="b" l="l" r="r" t="t"/>
                <a:pathLst>
                  <a:path extrusionOk="0" h="128220" w="121814">
                    <a:moveTo>
                      <a:pt x="100314" y="128221"/>
                    </a:moveTo>
                    <a:lnTo>
                      <a:pt x="121815" y="0"/>
                    </a:lnTo>
                    <a:lnTo>
                      <a:pt x="0" y="45479"/>
                    </a:lnTo>
                    <a:lnTo>
                      <a:pt x="100314" y="1282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0"/>
          <p:cNvSpPr/>
          <p:nvPr>
            <p:ph idx="2" type="pic"/>
          </p:nvPr>
        </p:nvSpPr>
        <p:spPr>
          <a:xfrm>
            <a:off x="0" y="0"/>
            <a:ext cx="9144000" cy="5143500"/>
          </a:xfrm>
          <a:prstGeom prst="rect">
            <a:avLst/>
          </a:prstGeom>
          <a:noFill/>
          <a:ln>
            <a:noFill/>
          </a:ln>
        </p:spPr>
      </p:sp>
      <p:sp>
        <p:nvSpPr>
          <p:cNvPr id="96" name="Google Shape;96;p10"/>
          <p:cNvSpPr txBox="1"/>
          <p:nvPr>
            <p:ph type="title"/>
          </p:nvPr>
        </p:nvSpPr>
        <p:spPr>
          <a:xfrm>
            <a:off x="1150350" y="3687400"/>
            <a:ext cx="6843300" cy="6711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11"/>
          <p:cNvSpPr txBox="1"/>
          <p:nvPr>
            <p:ph hasCustomPrompt="1" type="title"/>
          </p:nvPr>
        </p:nvSpPr>
        <p:spPr>
          <a:xfrm>
            <a:off x="918750" y="1684350"/>
            <a:ext cx="3736200" cy="10452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9" name="Google Shape;99;p11"/>
          <p:cNvSpPr txBox="1"/>
          <p:nvPr>
            <p:ph idx="1" type="subTitle"/>
          </p:nvPr>
        </p:nvSpPr>
        <p:spPr>
          <a:xfrm>
            <a:off x="918750" y="2653350"/>
            <a:ext cx="2752200" cy="653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00" name="Google Shape;100;p11"/>
          <p:cNvGrpSpPr/>
          <p:nvPr/>
        </p:nvGrpSpPr>
        <p:grpSpPr>
          <a:xfrm>
            <a:off x="-1420527" y="-823675"/>
            <a:ext cx="10937569" cy="6612936"/>
            <a:chOff x="-1420527" y="-823675"/>
            <a:chExt cx="10937569" cy="6612936"/>
          </a:xfrm>
        </p:grpSpPr>
        <p:sp>
          <p:nvSpPr>
            <p:cNvPr id="101" name="Google Shape;101;p11"/>
            <p:cNvSpPr/>
            <p:nvPr/>
          </p:nvSpPr>
          <p:spPr>
            <a:xfrm>
              <a:off x="-1420527" y="2859596"/>
              <a:ext cx="5004819" cy="2929665"/>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11"/>
            <p:cNvSpPr/>
            <p:nvPr/>
          </p:nvSpPr>
          <p:spPr>
            <a:xfrm>
              <a:off x="2583662" y="-823675"/>
              <a:ext cx="6933380" cy="3174988"/>
            </a:xfrm>
            <a:custGeom>
              <a:rect b="b" l="l" r="r" t="t"/>
              <a:pathLst>
                <a:path extrusionOk="0" h="2382730" w="5203287">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03" name="Shape 1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4" name="Shape 104"/>
        <p:cNvGrpSpPr/>
        <p:nvPr/>
      </p:nvGrpSpPr>
      <p:grpSpPr>
        <a:xfrm>
          <a:off x="0" y="0"/>
          <a:ext cx="0" cy="0"/>
          <a:chOff x="0" y="0"/>
          <a:chExt cx="0" cy="0"/>
        </a:xfrm>
      </p:grpSpPr>
      <p:grpSp>
        <p:nvGrpSpPr>
          <p:cNvPr id="105" name="Google Shape;105;p13"/>
          <p:cNvGrpSpPr/>
          <p:nvPr/>
        </p:nvGrpSpPr>
        <p:grpSpPr>
          <a:xfrm>
            <a:off x="-1768480" y="-1180884"/>
            <a:ext cx="11138246" cy="8934862"/>
            <a:chOff x="-1768480" y="-1180884"/>
            <a:chExt cx="11138246" cy="8934862"/>
          </a:xfrm>
        </p:grpSpPr>
        <p:sp>
          <p:nvSpPr>
            <p:cNvPr id="106" name="Google Shape;106;p13"/>
            <p:cNvSpPr/>
            <p:nvPr/>
          </p:nvSpPr>
          <p:spPr>
            <a:xfrm flipH="1" rot="2286057">
              <a:off x="-1202671" y="3608369"/>
              <a:ext cx="4063000" cy="3236928"/>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13"/>
            <p:cNvSpPr/>
            <p:nvPr/>
          </p:nvSpPr>
          <p:spPr>
            <a:xfrm rot="5400000">
              <a:off x="6173877" y="-809000"/>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 name="Google Shape;108;p13"/>
          <p:cNvGrpSpPr/>
          <p:nvPr/>
        </p:nvGrpSpPr>
        <p:grpSpPr>
          <a:xfrm>
            <a:off x="-612251" y="1170306"/>
            <a:ext cx="10984005" cy="3511387"/>
            <a:chOff x="-612251" y="1170306"/>
            <a:chExt cx="10984005" cy="3511387"/>
          </a:xfrm>
        </p:grpSpPr>
        <p:grpSp>
          <p:nvGrpSpPr>
            <p:cNvPr id="109" name="Google Shape;109;p13"/>
            <p:cNvGrpSpPr/>
            <p:nvPr/>
          </p:nvGrpSpPr>
          <p:grpSpPr>
            <a:xfrm rot="4385336">
              <a:off x="7369472" y="1803433"/>
              <a:ext cx="2987494" cy="2245132"/>
              <a:chOff x="2928576" y="0"/>
              <a:chExt cx="2987361" cy="2245032"/>
            </a:xfrm>
          </p:grpSpPr>
          <p:sp>
            <p:nvSpPr>
              <p:cNvPr id="110" name="Google Shape;110;p13"/>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13"/>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13"/>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13"/>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 name="Google Shape;114;p13"/>
            <p:cNvGrpSpPr/>
            <p:nvPr/>
          </p:nvGrpSpPr>
          <p:grpSpPr>
            <a:xfrm rot="-571922">
              <a:off x="-491394" y="2581627"/>
              <a:ext cx="1308743" cy="1568755"/>
              <a:chOff x="1112130" y="2868093"/>
              <a:chExt cx="1308734" cy="1568744"/>
            </a:xfrm>
          </p:grpSpPr>
          <p:sp>
            <p:nvSpPr>
              <p:cNvPr id="115" name="Google Shape;115;p13"/>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13"/>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7" name="Google Shape;117;p13"/>
          <p:cNvSpPr txBox="1"/>
          <p:nvPr>
            <p:ph hasCustomPrompt="1" type="title"/>
          </p:nvPr>
        </p:nvSpPr>
        <p:spPr>
          <a:xfrm>
            <a:off x="819243" y="1545543"/>
            <a:ext cx="7302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p:nvPr>
            <p:ph hasCustomPrompt="1" idx="2" type="title"/>
          </p:nvPr>
        </p:nvSpPr>
        <p:spPr>
          <a:xfrm>
            <a:off x="819243" y="3142210"/>
            <a:ext cx="7302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p:nvPr>
            <p:ph hasCustomPrompt="1" idx="3" type="title"/>
          </p:nvPr>
        </p:nvSpPr>
        <p:spPr>
          <a:xfrm>
            <a:off x="3426147" y="1545543"/>
            <a:ext cx="7302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txBox="1"/>
          <p:nvPr>
            <p:ph hasCustomPrompt="1" idx="4" type="title"/>
          </p:nvPr>
        </p:nvSpPr>
        <p:spPr>
          <a:xfrm>
            <a:off x="3426147" y="3142210"/>
            <a:ext cx="7302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p:nvPr>
            <p:ph hasCustomPrompt="1" idx="5" type="title"/>
          </p:nvPr>
        </p:nvSpPr>
        <p:spPr>
          <a:xfrm>
            <a:off x="6033057" y="1545543"/>
            <a:ext cx="7302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3"/>
          <p:cNvSpPr txBox="1"/>
          <p:nvPr>
            <p:ph hasCustomPrompt="1" idx="6" type="title"/>
          </p:nvPr>
        </p:nvSpPr>
        <p:spPr>
          <a:xfrm>
            <a:off x="6033057" y="3142210"/>
            <a:ext cx="7302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3" name="Google Shape;123;p13"/>
          <p:cNvSpPr txBox="1"/>
          <p:nvPr>
            <p:ph idx="1" type="subTitle"/>
          </p:nvPr>
        </p:nvSpPr>
        <p:spPr>
          <a:xfrm>
            <a:off x="819243" y="2014634"/>
            <a:ext cx="22917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latin typeface="Rambla"/>
                <a:ea typeface="Rambla"/>
                <a:cs typeface="Rambla"/>
                <a:sym typeface="Rambl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4" name="Google Shape;124;p13"/>
          <p:cNvSpPr txBox="1"/>
          <p:nvPr>
            <p:ph idx="7" type="subTitle"/>
          </p:nvPr>
        </p:nvSpPr>
        <p:spPr>
          <a:xfrm>
            <a:off x="3426147" y="2014634"/>
            <a:ext cx="22917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latin typeface="Rambla"/>
                <a:ea typeface="Rambla"/>
                <a:cs typeface="Rambla"/>
                <a:sym typeface="Rambl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5" name="Google Shape;125;p13"/>
          <p:cNvSpPr txBox="1"/>
          <p:nvPr>
            <p:ph idx="8" type="subTitle"/>
          </p:nvPr>
        </p:nvSpPr>
        <p:spPr>
          <a:xfrm>
            <a:off x="6033057" y="2014634"/>
            <a:ext cx="22917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latin typeface="Rambla"/>
                <a:ea typeface="Rambla"/>
                <a:cs typeface="Rambla"/>
                <a:sym typeface="Rambl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6" name="Google Shape;126;p13"/>
          <p:cNvSpPr txBox="1"/>
          <p:nvPr>
            <p:ph idx="9" type="subTitle"/>
          </p:nvPr>
        </p:nvSpPr>
        <p:spPr>
          <a:xfrm>
            <a:off x="819243" y="3611368"/>
            <a:ext cx="22917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latin typeface="Rambla"/>
                <a:ea typeface="Rambla"/>
                <a:cs typeface="Rambla"/>
                <a:sym typeface="Rambl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7" name="Google Shape;127;p13"/>
          <p:cNvSpPr txBox="1"/>
          <p:nvPr>
            <p:ph idx="13" type="subTitle"/>
          </p:nvPr>
        </p:nvSpPr>
        <p:spPr>
          <a:xfrm>
            <a:off x="3426147" y="3611368"/>
            <a:ext cx="22917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latin typeface="Rambla"/>
                <a:ea typeface="Rambla"/>
                <a:cs typeface="Rambla"/>
                <a:sym typeface="Rambl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8" name="Google Shape;128;p13"/>
          <p:cNvSpPr txBox="1"/>
          <p:nvPr>
            <p:ph idx="14" type="subTitle"/>
          </p:nvPr>
        </p:nvSpPr>
        <p:spPr>
          <a:xfrm>
            <a:off x="6033057" y="3611368"/>
            <a:ext cx="22917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100">
                <a:latin typeface="Rambla"/>
                <a:ea typeface="Rambla"/>
                <a:cs typeface="Rambla"/>
                <a:sym typeface="Rambl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9" name="Google Shape;129;p13"/>
          <p:cNvSpPr txBox="1"/>
          <p:nvPr>
            <p:ph idx="15"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30" name="Shape 130"/>
        <p:cNvGrpSpPr/>
        <p:nvPr/>
      </p:nvGrpSpPr>
      <p:grpSpPr>
        <a:xfrm>
          <a:off x="0" y="0"/>
          <a:ext cx="0" cy="0"/>
          <a:chOff x="0" y="0"/>
          <a:chExt cx="0" cy="0"/>
        </a:xfrm>
      </p:grpSpPr>
      <p:sp>
        <p:nvSpPr>
          <p:cNvPr id="131" name="Google Shape;131;p14"/>
          <p:cNvSpPr txBox="1"/>
          <p:nvPr>
            <p:ph type="title"/>
          </p:nvPr>
        </p:nvSpPr>
        <p:spPr>
          <a:xfrm>
            <a:off x="1057250" y="3522693"/>
            <a:ext cx="3768000" cy="498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32" name="Google Shape;132;p14"/>
          <p:cNvSpPr txBox="1"/>
          <p:nvPr>
            <p:ph idx="1" type="subTitle"/>
          </p:nvPr>
        </p:nvSpPr>
        <p:spPr>
          <a:xfrm>
            <a:off x="1057250" y="1122807"/>
            <a:ext cx="3768000" cy="2391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33" name="Shape 133"/>
        <p:cNvGrpSpPr/>
        <p:nvPr/>
      </p:nvGrpSpPr>
      <p:grpSpPr>
        <a:xfrm>
          <a:off x="0" y="0"/>
          <a:ext cx="0" cy="0"/>
          <a:chOff x="0" y="0"/>
          <a:chExt cx="0" cy="0"/>
        </a:xfrm>
      </p:grpSpPr>
      <p:sp>
        <p:nvSpPr>
          <p:cNvPr id="134" name="Google Shape;134;p15"/>
          <p:cNvSpPr txBox="1"/>
          <p:nvPr>
            <p:ph type="title"/>
          </p:nvPr>
        </p:nvSpPr>
        <p:spPr>
          <a:xfrm>
            <a:off x="4847275" y="998250"/>
            <a:ext cx="2517900" cy="22323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35" name="Google Shape;135;p15"/>
          <p:cNvSpPr txBox="1"/>
          <p:nvPr>
            <p:ph idx="1" type="subTitle"/>
          </p:nvPr>
        </p:nvSpPr>
        <p:spPr>
          <a:xfrm>
            <a:off x="4847275" y="3227300"/>
            <a:ext cx="3045300" cy="7956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6" name="Google Shape;136;p15"/>
          <p:cNvSpPr/>
          <p:nvPr>
            <p:ph idx="2" type="pic"/>
          </p:nvPr>
        </p:nvSpPr>
        <p:spPr>
          <a:xfrm>
            <a:off x="1170475" y="597450"/>
            <a:ext cx="2910000" cy="3948600"/>
          </a:xfrm>
          <a:prstGeom prst="teardrop">
            <a:avLst>
              <a:gd fmla="val 100000" name="adj"/>
            </a:avLst>
          </a:prstGeom>
          <a:noFill/>
          <a:ln cap="flat" cmpd="sng" w="19050">
            <a:solidFill>
              <a:schemeClr val="accent1"/>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37" name="Shape 137"/>
        <p:cNvGrpSpPr/>
        <p:nvPr/>
      </p:nvGrpSpPr>
      <p:grpSpPr>
        <a:xfrm>
          <a:off x="0" y="0"/>
          <a:ext cx="0" cy="0"/>
          <a:chOff x="0" y="0"/>
          <a:chExt cx="0" cy="0"/>
        </a:xfrm>
      </p:grpSpPr>
      <p:sp>
        <p:nvSpPr>
          <p:cNvPr id="138" name="Google Shape;138;p16"/>
          <p:cNvSpPr txBox="1"/>
          <p:nvPr>
            <p:ph type="title"/>
          </p:nvPr>
        </p:nvSpPr>
        <p:spPr>
          <a:xfrm>
            <a:off x="2498550" y="3324057"/>
            <a:ext cx="4146900" cy="582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39" name="Google Shape;139;p16"/>
          <p:cNvSpPr txBox="1"/>
          <p:nvPr>
            <p:ph idx="1" type="subTitle"/>
          </p:nvPr>
        </p:nvSpPr>
        <p:spPr>
          <a:xfrm>
            <a:off x="2498550" y="3928581"/>
            <a:ext cx="4146900" cy="582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40" name="Google Shape;140;p16"/>
          <p:cNvGrpSpPr/>
          <p:nvPr/>
        </p:nvGrpSpPr>
        <p:grpSpPr>
          <a:xfrm>
            <a:off x="-1255862" y="-1530872"/>
            <a:ext cx="10531222" cy="6827852"/>
            <a:chOff x="-1255862" y="-1530872"/>
            <a:chExt cx="10531222" cy="6827852"/>
          </a:xfrm>
        </p:grpSpPr>
        <p:grpSp>
          <p:nvGrpSpPr>
            <p:cNvPr id="141" name="Google Shape;141;p16"/>
            <p:cNvGrpSpPr/>
            <p:nvPr/>
          </p:nvGrpSpPr>
          <p:grpSpPr>
            <a:xfrm flipH="1" rot="-2986404">
              <a:off x="-927824" y="-787933"/>
              <a:ext cx="2987767" cy="2245337"/>
              <a:chOff x="2928576" y="0"/>
              <a:chExt cx="2987361" cy="2245032"/>
            </a:xfrm>
          </p:grpSpPr>
          <p:sp>
            <p:nvSpPr>
              <p:cNvPr id="142" name="Google Shape;142;p16"/>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16"/>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16"/>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16"/>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6" name="Google Shape;146;p16"/>
            <p:cNvGrpSpPr/>
            <p:nvPr/>
          </p:nvGrpSpPr>
          <p:grpSpPr>
            <a:xfrm rot="-9843229">
              <a:off x="7776500" y="3578856"/>
              <a:ext cx="1308570" cy="1568548"/>
              <a:chOff x="1112130" y="2868093"/>
              <a:chExt cx="1308734" cy="1568744"/>
            </a:xfrm>
          </p:grpSpPr>
          <p:sp>
            <p:nvSpPr>
              <p:cNvPr id="147" name="Google Shape;147;p16"/>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16"/>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49" name="Google Shape;149;p16"/>
          <p:cNvGrpSpPr/>
          <p:nvPr/>
        </p:nvGrpSpPr>
        <p:grpSpPr>
          <a:xfrm>
            <a:off x="-453000" y="-147312"/>
            <a:ext cx="10411471" cy="6920724"/>
            <a:chOff x="-453000" y="-147312"/>
            <a:chExt cx="10411471" cy="6920724"/>
          </a:xfrm>
        </p:grpSpPr>
        <p:sp>
          <p:nvSpPr>
            <p:cNvPr id="150" name="Google Shape;150;p16"/>
            <p:cNvSpPr/>
            <p:nvPr/>
          </p:nvSpPr>
          <p:spPr>
            <a:xfrm rot="5659504">
              <a:off x="6892302" y="1486239"/>
              <a:ext cx="4489366" cy="1308132"/>
            </a:xfrm>
            <a:custGeom>
              <a:rect b="b" l="l" r="r" t="t"/>
              <a:pathLst>
                <a:path extrusionOk="0" h="1096140" w="3761833">
                  <a:moveTo>
                    <a:pt x="9090" y="3822"/>
                  </a:moveTo>
                  <a:cubicBezTo>
                    <a:pt x="-10083" y="175599"/>
                    <a:pt x="3331" y="307043"/>
                    <a:pt x="31129" y="477637"/>
                  </a:cubicBezTo>
                  <a:cubicBezTo>
                    <a:pt x="58927" y="648231"/>
                    <a:pt x="178905" y="909908"/>
                    <a:pt x="312224" y="1019964"/>
                  </a:cubicBezTo>
                  <a:cubicBezTo>
                    <a:pt x="390683" y="1084733"/>
                    <a:pt x="556849" y="1112730"/>
                    <a:pt x="628390" y="979048"/>
                  </a:cubicBezTo>
                  <a:cubicBezTo>
                    <a:pt x="690268" y="863420"/>
                    <a:pt x="801014" y="570631"/>
                    <a:pt x="1076270" y="570631"/>
                  </a:cubicBezTo>
                  <a:cubicBezTo>
                    <a:pt x="1160981" y="570631"/>
                    <a:pt x="1249977" y="591298"/>
                    <a:pt x="1315135" y="645413"/>
                  </a:cubicBezTo>
                  <a:cubicBezTo>
                    <a:pt x="1421312" y="733595"/>
                    <a:pt x="1423738" y="900377"/>
                    <a:pt x="1516146" y="1002888"/>
                  </a:cubicBezTo>
                  <a:cubicBezTo>
                    <a:pt x="1613691" y="1111096"/>
                    <a:pt x="1786565" y="1116443"/>
                    <a:pt x="1922384" y="1063691"/>
                  </a:cubicBezTo>
                  <a:cubicBezTo>
                    <a:pt x="2058203" y="1010939"/>
                    <a:pt x="2170120" y="912326"/>
                    <a:pt x="2291486" y="831720"/>
                  </a:cubicBezTo>
                  <a:cubicBezTo>
                    <a:pt x="2478876" y="707264"/>
                    <a:pt x="2695531" y="621423"/>
                    <a:pt x="2852508" y="460316"/>
                  </a:cubicBezTo>
                  <a:cubicBezTo>
                    <a:pt x="2972951" y="336705"/>
                    <a:pt x="3054837" y="171952"/>
                    <a:pt x="3201913" y="81621"/>
                  </a:cubicBezTo>
                  <a:cubicBezTo>
                    <a:pt x="3365140" y="-18630"/>
                    <a:pt x="3571112" y="-4983"/>
                    <a:pt x="3761932" y="119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16"/>
            <p:cNvSpPr/>
            <p:nvPr/>
          </p:nvSpPr>
          <p:spPr>
            <a:xfrm rot="4899938">
              <a:off x="-1688557" y="3923312"/>
              <a:ext cx="4325532" cy="1240534"/>
            </a:xfrm>
            <a:custGeom>
              <a:rect b="b" l="l" r="r" t="t"/>
              <a:pathLst>
                <a:path extrusionOk="0" h="1042406" w="3634692">
                  <a:moveTo>
                    <a:pt x="3634790" y="1042516"/>
                  </a:moveTo>
                  <a:cubicBezTo>
                    <a:pt x="3573125" y="818914"/>
                    <a:pt x="3709822" y="522190"/>
                    <a:pt x="3307695" y="260599"/>
                  </a:cubicBezTo>
                  <a:cubicBezTo>
                    <a:pt x="2995313" y="57389"/>
                    <a:pt x="2442656" y="-94497"/>
                    <a:pt x="2108104" y="69701"/>
                  </a:cubicBezTo>
                  <a:cubicBezTo>
                    <a:pt x="2006183" y="119723"/>
                    <a:pt x="1906236" y="178511"/>
                    <a:pt x="1829753" y="262401"/>
                  </a:cubicBezTo>
                  <a:cubicBezTo>
                    <a:pt x="1722843" y="379663"/>
                    <a:pt x="1727126" y="406602"/>
                    <a:pt x="1644546" y="542092"/>
                  </a:cubicBezTo>
                  <a:cubicBezTo>
                    <a:pt x="1561967" y="677582"/>
                    <a:pt x="1424366" y="802811"/>
                    <a:pt x="1266327" y="788234"/>
                  </a:cubicBezTo>
                  <a:cubicBezTo>
                    <a:pt x="1198587" y="781987"/>
                    <a:pt x="1136104" y="750557"/>
                    <a:pt x="1075489" y="719686"/>
                  </a:cubicBezTo>
                  <a:cubicBezTo>
                    <a:pt x="970439" y="666184"/>
                    <a:pt x="865389" y="612682"/>
                    <a:pt x="760339" y="559180"/>
                  </a:cubicBezTo>
                  <a:cubicBezTo>
                    <a:pt x="614264" y="484785"/>
                    <a:pt x="448284" y="408466"/>
                    <a:pt x="292464" y="459399"/>
                  </a:cubicBezTo>
                  <a:cubicBezTo>
                    <a:pt x="106694" y="520121"/>
                    <a:pt x="20712" y="735316"/>
                    <a:pt x="97"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52" name="Shape 152"/>
        <p:cNvGrpSpPr/>
        <p:nvPr/>
      </p:nvGrpSpPr>
      <p:grpSpPr>
        <a:xfrm>
          <a:off x="0" y="0"/>
          <a:ext cx="0" cy="0"/>
          <a:chOff x="0" y="0"/>
          <a:chExt cx="0" cy="0"/>
        </a:xfrm>
      </p:grpSpPr>
      <p:sp>
        <p:nvSpPr>
          <p:cNvPr id="153" name="Google Shape;153;p17"/>
          <p:cNvSpPr txBox="1"/>
          <p:nvPr>
            <p:ph type="title"/>
          </p:nvPr>
        </p:nvSpPr>
        <p:spPr>
          <a:xfrm>
            <a:off x="4790150" y="1900475"/>
            <a:ext cx="3107100" cy="737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54" name="Google Shape;154;p17"/>
          <p:cNvSpPr txBox="1"/>
          <p:nvPr>
            <p:ph idx="1" type="subTitle"/>
          </p:nvPr>
        </p:nvSpPr>
        <p:spPr>
          <a:xfrm>
            <a:off x="4790300" y="2562000"/>
            <a:ext cx="3107100" cy="77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55" name="Google Shape;155;p17"/>
          <p:cNvGrpSpPr/>
          <p:nvPr/>
        </p:nvGrpSpPr>
        <p:grpSpPr>
          <a:xfrm>
            <a:off x="-118900" y="890445"/>
            <a:ext cx="11011607" cy="4798868"/>
            <a:chOff x="-118900" y="890445"/>
            <a:chExt cx="11011607" cy="4798868"/>
          </a:xfrm>
        </p:grpSpPr>
        <p:grpSp>
          <p:nvGrpSpPr>
            <p:cNvPr id="156" name="Google Shape;156;p17"/>
            <p:cNvGrpSpPr/>
            <p:nvPr/>
          </p:nvGrpSpPr>
          <p:grpSpPr>
            <a:xfrm flipH="1" rot="7536696">
              <a:off x="245452" y="3916184"/>
              <a:ext cx="1308762" cy="1568777"/>
              <a:chOff x="1112130" y="2868093"/>
              <a:chExt cx="1308734" cy="1568744"/>
            </a:xfrm>
          </p:grpSpPr>
          <p:sp>
            <p:nvSpPr>
              <p:cNvPr id="157" name="Google Shape;157;p17"/>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17"/>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9" name="Google Shape;159;p17"/>
            <p:cNvGrpSpPr/>
            <p:nvPr/>
          </p:nvGrpSpPr>
          <p:grpSpPr>
            <a:xfrm rot="-8298219">
              <a:off x="7536959" y="1599679"/>
              <a:ext cx="2987439" cy="2245090"/>
              <a:chOff x="2928576" y="0"/>
              <a:chExt cx="2987361" cy="2245032"/>
            </a:xfrm>
          </p:grpSpPr>
          <p:sp>
            <p:nvSpPr>
              <p:cNvPr id="160" name="Google Shape;160;p17"/>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17"/>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17"/>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17"/>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4" name="Google Shape;164;p17"/>
          <p:cNvGrpSpPr/>
          <p:nvPr/>
        </p:nvGrpSpPr>
        <p:grpSpPr>
          <a:xfrm>
            <a:off x="-1531329" y="-1695080"/>
            <a:ext cx="11745357" cy="9133226"/>
            <a:chOff x="-1531329" y="-1695080"/>
            <a:chExt cx="11745357" cy="9133226"/>
          </a:xfrm>
        </p:grpSpPr>
        <p:sp>
          <p:nvSpPr>
            <p:cNvPr id="165" name="Google Shape;165;p17"/>
            <p:cNvSpPr/>
            <p:nvPr/>
          </p:nvSpPr>
          <p:spPr>
            <a:xfrm rot="4573459">
              <a:off x="-2015474" y="-379834"/>
              <a:ext cx="5008025" cy="2931541"/>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17"/>
            <p:cNvSpPr/>
            <p:nvPr/>
          </p:nvSpPr>
          <p:spPr>
            <a:xfrm flipH="1" rot="673548">
              <a:off x="5870772" y="3833340"/>
              <a:ext cx="4066789" cy="3239947"/>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67" name="Shape 167"/>
        <p:cNvGrpSpPr/>
        <p:nvPr/>
      </p:nvGrpSpPr>
      <p:grpSpPr>
        <a:xfrm>
          <a:off x="0" y="0"/>
          <a:ext cx="0" cy="0"/>
          <a:chOff x="0" y="0"/>
          <a:chExt cx="0" cy="0"/>
        </a:xfrm>
      </p:grpSpPr>
      <p:sp>
        <p:nvSpPr>
          <p:cNvPr id="168" name="Google Shape;168;p18"/>
          <p:cNvSpPr txBox="1"/>
          <p:nvPr>
            <p:ph type="title"/>
          </p:nvPr>
        </p:nvSpPr>
        <p:spPr>
          <a:xfrm>
            <a:off x="1558200" y="1900475"/>
            <a:ext cx="3108900" cy="740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69" name="Google Shape;169;p18"/>
          <p:cNvSpPr txBox="1"/>
          <p:nvPr>
            <p:ph idx="1" type="subTitle"/>
          </p:nvPr>
        </p:nvSpPr>
        <p:spPr>
          <a:xfrm>
            <a:off x="1558200" y="2562675"/>
            <a:ext cx="3108900" cy="771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70" name="Google Shape;170;p18"/>
          <p:cNvGrpSpPr/>
          <p:nvPr/>
        </p:nvGrpSpPr>
        <p:grpSpPr>
          <a:xfrm>
            <a:off x="-1382258" y="397893"/>
            <a:ext cx="10692322" cy="5332800"/>
            <a:chOff x="-1382258" y="397893"/>
            <a:chExt cx="10692322" cy="5332800"/>
          </a:xfrm>
        </p:grpSpPr>
        <p:grpSp>
          <p:nvGrpSpPr>
            <p:cNvPr id="171" name="Google Shape;171;p18"/>
            <p:cNvGrpSpPr/>
            <p:nvPr/>
          </p:nvGrpSpPr>
          <p:grpSpPr>
            <a:xfrm flipH="1">
              <a:off x="8001330" y="397893"/>
              <a:ext cx="1308734" cy="1568744"/>
              <a:chOff x="1112130" y="2868093"/>
              <a:chExt cx="1308734" cy="1568744"/>
            </a:xfrm>
          </p:grpSpPr>
          <p:sp>
            <p:nvSpPr>
              <p:cNvPr id="172" name="Google Shape;172;p18"/>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18"/>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4" name="Google Shape;174;p18"/>
            <p:cNvGrpSpPr/>
            <p:nvPr/>
          </p:nvGrpSpPr>
          <p:grpSpPr>
            <a:xfrm rot="-7383839">
              <a:off x="-1120274" y="2743827"/>
              <a:ext cx="2987497" cy="2245134"/>
              <a:chOff x="2928576" y="0"/>
              <a:chExt cx="2987361" cy="2245032"/>
            </a:xfrm>
          </p:grpSpPr>
          <p:sp>
            <p:nvSpPr>
              <p:cNvPr id="175" name="Google Shape;175;p18"/>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18"/>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18"/>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18"/>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79" name="Google Shape;179;p18"/>
          <p:cNvGrpSpPr/>
          <p:nvPr/>
        </p:nvGrpSpPr>
        <p:grpSpPr>
          <a:xfrm>
            <a:off x="-2044975" y="-506181"/>
            <a:ext cx="10802789" cy="7571124"/>
            <a:chOff x="-2044975" y="-506181"/>
            <a:chExt cx="10802789" cy="7571124"/>
          </a:xfrm>
        </p:grpSpPr>
        <p:sp>
          <p:nvSpPr>
            <p:cNvPr id="180" name="Google Shape;180;p18"/>
            <p:cNvSpPr/>
            <p:nvPr/>
          </p:nvSpPr>
          <p:spPr>
            <a:xfrm rot="3058951">
              <a:off x="6113427" y="4390542"/>
              <a:ext cx="2174963" cy="2245367"/>
            </a:xfrm>
            <a:custGeom>
              <a:rect b="b" l="l" r="r" t="t"/>
              <a:pathLst>
                <a:path extrusionOk="0" h="2243790" w="2173435">
                  <a:moveTo>
                    <a:pt x="2173685" y="273418"/>
                  </a:moveTo>
                  <a:cubicBezTo>
                    <a:pt x="1869390" y="111185"/>
                    <a:pt x="1532936" y="18304"/>
                    <a:pt x="1188475" y="1443"/>
                  </a:cubicBezTo>
                  <a:cubicBezTo>
                    <a:pt x="1035333" y="-5916"/>
                    <a:pt x="855821" y="16028"/>
                    <a:pt x="776016" y="146882"/>
                  </a:cubicBezTo>
                  <a:cubicBezTo>
                    <a:pt x="718580" y="241059"/>
                    <a:pt x="733431" y="360114"/>
                    <a:pt x="720232" y="469619"/>
                  </a:cubicBezTo>
                  <a:cubicBezTo>
                    <a:pt x="698434" y="650465"/>
                    <a:pt x="596944" y="811747"/>
                    <a:pt x="483582" y="954367"/>
                  </a:cubicBezTo>
                  <a:cubicBezTo>
                    <a:pt x="370219" y="1096988"/>
                    <a:pt x="241671" y="1229071"/>
                    <a:pt x="150119" y="1386569"/>
                  </a:cubicBezTo>
                  <a:cubicBezTo>
                    <a:pt x="38811" y="1579023"/>
                    <a:pt x="-12447" y="1800323"/>
                    <a:pt x="2916" y="2022091"/>
                  </a:cubicBezTo>
                  <a:cubicBezTo>
                    <a:pt x="48093" y="2032680"/>
                    <a:pt x="94973" y="2019577"/>
                    <a:pt x="141228" y="2015878"/>
                  </a:cubicBezTo>
                  <a:cubicBezTo>
                    <a:pt x="256852" y="2006631"/>
                    <a:pt x="367827" y="2056207"/>
                    <a:pt x="476425" y="2096947"/>
                  </a:cubicBezTo>
                  <a:cubicBezTo>
                    <a:pt x="674688" y="2171280"/>
                    <a:pt x="881963" y="2218920"/>
                    <a:pt x="1092796" y="2238613"/>
                  </a:cubicBezTo>
                  <a:cubicBezTo>
                    <a:pt x="1216420" y="2250137"/>
                    <a:pt x="1351382" y="2248885"/>
                    <a:pt x="1451070" y="2174902"/>
                  </a:cubicBezTo>
                  <a:cubicBezTo>
                    <a:pt x="1501051" y="2137808"/>
                    <a:pt x="1537384" y="2085596"/>
                    <a:pt x="1571440" y="2033508"/>
                  </a:cubicBezTo>
                  <a:cubicBezTo>
                    <a:pt x="1846691" y="1611839"/>
                    <a:pt x="2031875" y="1137904"/>
                    <a:pt x="2115394" y="6413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18"/>
            <p:cNvSpPr/>
            <p:nvPr/>
          </p:nvSpPr>
          <p:spPr>
            <a:xfrm flipH="1" rot="10800000">
              <a:off x="-2044975" y="-506181"/>
              <a:ext cx="5306650" cy="1521913"/>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_1">
    <p:spTree>
      <p:nvGrpSpPr>
        <p:cNvPr id="182" name="Shape 182"/>
        <p:cNvGrpSpPr/>
        <p:nvPr/>
      </p:nvGrpSpPr>
      <p:grpSpPr>
        <a:xfrm>
          <a:off x="0" y="0"/>
          <a:ext cx="0" cy="0"/>
          <a:chOff x="0" y="0"/>
          <a:chExt cx="0" cy="0"/>
        </a:xfrm>
      </p:grpSpPr>
      <p:sp>
        <p:nvSpPr>
          <p:cNvPr id="183" name="Google Shape;183;p19"/>
          <p:cNvSpPr txBox="1"/>
          <p:nvPr>
            <p:ph idx="1" type="subTitle"/>
          </p:nvPr>
        </p:nvSpPr>
        <p:spPr>
          <a:xfrm>
            <a:off x="4871553" y="1820025"/>
            <a:ext cx="3040800" cy="2055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4" name="Google Shape;184;p19"/>
          <p:cNvSpPr txBox="1"/>
          <p:nvPr>
            <p:ph idx="2" type="subTitle"/>
          </p:nvPr>
        </p:nvSpPr>
        <p:spPr>
          <a:xfrm>
            <a:off x="1231650" y="1820025"/>
            <a:ext cx="3040800" cy="2055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5" name="Google Shape;185;p19"/>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186" name="Google Shape;186;p19"/>
          <p:cNvGrpSpPr/>
          <p:nvPr/>
        </p:nvGrpSpPr>
        <p:grpSpPr>
          <a:xfrm>
            <a:off x="-1255862" y="-1530872"/>
            <a:ext cx="10531222" cy="6827852"/>
            <a:chOff x="-1255862" y="-1530872"/>
            <a:chExt cx="10531222" cy="6827852"/>
          </a:xfrm>
        </p:grpSpPr>
        <p:grpSp>
          <p:nvGrpSpPr>
            <p:cNvPr id="187" name="Google Shape;187;p19"/>
            <p:cNvGrpSpPr/>
            <p:nvPr/>
          </p:nvGrpSpPr>
          <p:grpSpPr>
            <a:xfrm flipH="1" rot="-2986404">
              <a:off x="-927824" y="-787933"/>
              <a:ext cx="2987767" cy="2245337"/>
              <a:chOff x="2928576" y="0"/>
              <a:chExt cx="2987361" cy="2245032"/>
            </a:xfrm>
          </p:grpSpPr>
          <p:sp>
            <p:nvSpPr>
              <p:cNvPr id="188" name="Google Shape;188;p19"/>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19"/>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19"/>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19"/>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2" name="Google Shape;192;p19"/>
            <p:cNvGrpSpPr/>
            <p:nvPr/>
          </p:nvGrpSpPr>
          <p:grpSpPr>
            <a:xfrm rot="-9843229">
              <a:off x="7776500" y="3578856"/>
              <a:ext cx="1308570" cy="1568548"/>
              <a:chOff x="1112130" y="2868093"/>
              <a:chExt cx="1308734" cy="1568744"/>
            </a:xfrm>
          </p:grpSpPr>
          <p:sp>
            <p:nvSpPr>
              <p:cNvPr id="193" name="Google Shape;193;p19"/>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19"/>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95" name="Google Shape;195;p19"/>
          <p:cNvGrpSpPr/>
          <p:nvPr/>
        </p:nvGrpSpPr>
        <p:grpSpPr>
          <a:xfrm>
            <a:off x="-453000" y="-147312"/>
            <a:ext cx="10411471" cy="6920724"/>
            <a:chOff x="-453000" y="-147312"/>
            <a:chExt cx="10411471" cy="6920724"/>
          </a:xfrm>
        </p:grpSpPr>
        <p:sp>
          <p:nvSpPr>
            <p:cNvPr id="196" name="Google Shape;196;p19"/>
            <p:cNvSpPr/>
            <p:nvPr/>
          </p:nvSpPr>
          <p:spPr>
            <a:xfrm rot="5659504">
              <a:off x="6892302" y="1486239"/>
              <a:ext cx="4489366" cy="1308132"/>
            </a:xfrm>
            <a:custGeom>
              <a:rect b="b" l="l" r="r" t="t"/>
              <a:pathLst>
                <a:path extrusionOk="0" h="1096140" w="3761833">
                  <a:moveTo>
                    <a:pt x="9090" y="3822"/>
                  </a:moveTo>
                  <a:cubicBezTo>
                    <a:pt x="-10083" y="175599"/>
                    <a:pt x="3331" y="307043"/>
                    <a:pt x="31129" y="477637"/>
                  </a:cubicBezTo>
                  <a:cubicBezTo>
                    <a:pt x="58927" y="648231"/>
                    <a:pt x="178905" y="909908"/>
                    <a:pt x="312224" y="1019964"/>
                  </a:cubicBezTo>
                  <a:cubicBezTo>
                    <a:pt x="390683" y="1084733"/>
                    <a:pt x="556849" y="1112730"/>
                    <a:pt x="628390" y="979048"/>
                  </a:cubicBezTo>
                  <a:cubicBezTo>
                    <a:pt x="690268" y="863420"/>
                    <a:pt x="801014" y="570631"/>
                    <a:pt x="1076270" y="570631"/>
                  </a:cubicBezTo>
                  <a:cubicBezTo>
                    <a:pt x="1160981" y="570631"/>
                    <a:pt x="1249977" y="591298"/>
                    <a:pt x="1315135" y="645413"/>
                  </a:cubicBezTo>
                  <a:cubicBezTo>
                    <a:pt x="1421312" y="733595"/>
                    <a:pt x="1423738" y="900377"/>
                    <a:pt x="1516146" y="1002888"/>
                  </a:cubicBezTo>
                  <a:cubicBezTo>
                    <a:pt x="1613691" y="1111096"/>
                    <a:pt x="1786565" y="1116443"/>
                    <a:pt x="1922384" y="1063691"/>
                  </a:cubicBezTo>
                  <a:cubicBezTo>
                    <a:pt x="2058203" y="1010939"/>
                    <a:pt x="2170120" y="912326"/>
                    <a:pt x="2291486" y="831720"/>
                  </a:cubicBezTo>
                  <a:cubicBezTo>
                    <a:pt x="2478876" y="707264"/>
                    <a:pt x="2695531" y="621423"/>
                    <a:pt x="2852508" y="460316"/>
                  </a:cubicBezTo>
                  <a:cubicBezTo>
                    <a:pt x="2972951" y="336705"/>
                    <a:pt x="3054837" y="171952"/>
                    <a:pt x="3201913" y="81621"/>
                  </a:cubicBezTo>
                  <a:cubicBezTo>
                    <a:pt x="3365140" y="-18630"/>
                    <a:pt x="3571112" y="-4983"/>
                    <a:pt x="3761932" y="119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19"/>
            <p:cNvSpPr/>
            <p:nvPr/>
          </p:nvSpPr>
          <p:spPr>
            <a:xfrm rot="4899938">
              <a:off x="-1688557" y="3923312"/>
              <a:ext cx="4325532" cy="1240534"/>
            </a:xfrm>
            <a:custGeom>
              <a:rect b="b" l="l" r="r" t="t"/>
              <a:pathLst>
                <a:path extrusionOk="0" h="1042406" w="3634692">
                  <a:moveTo>
                    <a:pt x="3634790" y="1042516"/>
                  </a:moveTo>
                  <a:cubicBezTo>
                    <a:pt x="3573125" y="818914"/>
                    <a:pt x="3709822" y="522190"/>
                    <a:pt x="3307695" y="260599"/>
                  </a:cubicBezTo>
                  <a:cubicBezTo>
                    <a:pt x="2995313" y="57389"/>
                    <a:pt x="2442656" y="-94497"/>
                    <a:pt x="2108104" y="69701"/>
                  </a:cubicBezTo>
                  <a:cubicBezTo>
                    <a:pt x="2006183" y="119723"/>
                    <a:pt x="1906236" y="178511"/>
                    <a:pt x="1829753" y="262401"/>
                  </a:cubicBezTo>
                  <a:cubicBezTo>
                    <a:pt x="1722843" y="379663"/>
                    <a:pt x="1727126" y="406602"/>
                    <a:pt x="1644546" y="542092"/>
                  </a:cubicBezTo>
                  <a:cubicBezTo>
                    <a:pt x="1561967" y="677582"/>
                    <a:pt x="1424366" y="802811"/>
                    <a:pt x="1266327" y="788234"/>
                  </a:cubicBezTo>
                  <a:cubicBezTo>
                    <a:pt x="1198587" y="781987"/>
                    <a:pt x="1136104" y="750557"/>
                    <a:pt x="1075489" y="719686"/>
                  </a:cubicBezTo>
                  <a:cubicBezTo>
                    <a:pt x="970439" y="666184"/>
                    <a:pt x="865389" y="612682"/>
                    <a:pt x="760339" y="559180"/>
                  </a:cubicBezTo>
                  <a:cubicBezTo>
                    <a:pt x="614264" y="484785"/>
                    <a:pt x="448284" y="408466"/>
                    <a:pt x="292464" y="459399"/>
                  </a:cubicBezTo>
                  <a:cubicBezTo>
                    <a:pt x="106694" y="520121"/>
                    <a:pt x="20712" y="735316"/>
                    <a:pt x="97"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_1">
    <p:spTree>
      <p:nvGrpSpPr>
        <p:cNvPr id="198" name="Shape 198"/>
        <p:cNvGrpSpPr/>
        <p:nvPr/>
      </p:nvGrpSpPr>
      <p:grpSpPr>
        <a:xfrm>
          <a:off x="0" y="0"/>
          <a:ext cx="0" cy="0"/>
          <a:chOff x="0" y="0"/>
          <a:chExt cx="0" cy="0"/>
        </a:xfrm>
      </p:grpSpPr>
      <p:sp>
        <p:nvSpPr>
          <p:cNvPr id="199" name="Google Shape;199;p20"/>
          <p:cNvSpPr txBox="1"/>
          <p:nvPr>
            <p:ph idx="1" type="body"/>
          </p:nvPr>
        </p:nvSpPr>
        <p:spPr>
          <a:xfrm>
            <a:off x="720000" y="1063350"/>
            <a:ext cx="3852000" cy="354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accent5"/>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00" name="Google Shape;200;p20"/>
          <p:cNvSpPr txBox="1"/>
          <p:nvPr>
            <p:ph idx="2" type="body"/>
          </p:nvPr>
        </p:nvSpPr>
        <p:spPr>
          <a:xfrm>
            <a:off x="4572000" y="1063350"/>
            <a:ext cx="3852000" cy="354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01" name="Google Shape;201;p20"/>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202" name="Google Shape;202;p20"/>
          <p:cNvGrpSpPr/>
          <p:nvPr/>
        </p:nvGrpSpPr>
        <p:grpSpPr>
          <a:xfrm>
            <a:off x="-1768480" y="-1180884"/>
            <a:ext cx="11138246" cy="8934862"/>
            <a:chOff x="-1768480" y="-1180884"/>
            <a:chExt cx="11138246" cy="8934862"/>
          </a:xfrm>
        </p:grpSpPr>
        <p:sp>
          <p:nvSpPr>
            <p:cNvPr id="203" name="Google Shape;203;p20"/>
            <p:cNvSpPr/>
            <p:nvPr/>
          </p:nvSpPr>
          <p:spPr>
            <a:xfrm flipH="1" rot="2286057">
              <a:off x="-1202671" y="3608369"/>
              <a:ext cx="4063000" cy="3236928"/>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20"/>
            <p:cNvSpPr/>
            <p:nvPr/>
          </p:nvSpPr>
          <p:spPr>
            <a:xfrm rot="5400000">
              <a:off x="6173877" y="-809000"/>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5" name="Google Shape;205;p20"/>
          <p:cNvGrpSpPr/>
          <p:nvPr/>
        </p:nvGrpSpPr>
        <p:grpSpPr>
          <a:xfrm>
            <a:off x="-612251" y="1170306"/>
            <a:ext cx="10984005" cy="3511387"/>
            <a:chOff x="-612251" y="1170306"/>
            <a:chExt cx="10984005" cy="3511387"/>
          </a:xfrm>
        </p:grpSpPr>
        <p:grpSp>
          <p:nvGrpSpPr>
            <p:cNvPr id="206" name="Google Shape;206;p20"/>
            <p:cNvGrpSpPr/>
            <p:nvPr/>
          </p:nvGrpSpPr>
          <p:grpSpPr>
            <a:xfrm rot="4385336">
              <a:off x="7369472" y="1803433"/>
              <a:ext cx="2987494" cy="2245132"/>
              <a:chOff x="2928576" y="0"/>
              <a:chExt cx="2987361" cy="2245032"/>
            </a:xfrm>
          </p:grpSpPr>
          <p:sp>
            <p:nvSpPr>
              <p:cNvPr id="207" name="Google Shape;207;p20"/>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20"/>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20"/>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20"/>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1" name="Google Shape;211;p20"/>
            <p:cNvGrpSpPr/>
            <p:nvPr/>
          </p:nvGrpSpPr>
          <p:grpSpPr>
            <a:xfrm rot="-571922">
              <a:off x="-491394" y="2581627"/>
              <a:ext cx="1308743" cy="1568755"/>
              <a:chOff x="1112130" y="2868093"/>
              <a:chExt cx="1308734" cy="1568744"/>
            </a:xfrm>
          </p:grpSpPr>
          <p:sp>
            <p:nvSpPr>
              <p:cNvPr id="212" name="Google Shape;212;p20"/>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20"/>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4" name="Shape 214"/>
        <p:cNvGrpSpPr/>
        <p:nvPr/>
      </p:nvGrpSpPr>
      <p:grpSpPr>
        <a:xfrm>
          <a:off x="0" y="0"/>
          <a:ext cx="0" cy="0"/>
          <a:chOff x="0" y="0"/>
          <a:chExt cx="0" cy="0"/>
        </a:xfrm>
      </p:grpSpPr>
      <p:grpSp>
        <p:nvGrpSpPr>
          <p:cNvPr id="215" name="Google Shape;215;p21"/>
          <p:cNvGrpSpPr/>
          <p:nvPr/>
        </p:nvGrpSpPr>
        <p:grpSpPr>
          <a:xfrm>
            <a:off x="-1768480" y="-1180884"/>
            <a:ext cx="11138246" cy="8934862"/>
            <a:chOff x="-1768480" y="-1180884"/>
            <a:chExt cx="11138246" cy="8934862"/>
          </a:xfrm>
        </p:grpSpPr>
        <p:sp>
          <p:nvSpPr>
            <p:cNvPr id="216" name="Google Shape;216;p21"/>
            <p:cNvSpPr/>
            <p:nvPr/>
          </p:nvSpPr>
          <p:spPr>
            <a:xfrm flipH="1" rot="2286057">
              <a:off x="-1202671" y="3608369"/>
              <a:ext cx="4063000" cy="3236928"/>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21"/>
            <p:cNvSpPr/>
            <p:nvPr/>
          </p:nvSpPr>
          <p:spPr>
            <a:xfrm rot="5400000">
              <a:off x="6173877" y="-809000"/>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8" name="Google Shape;218;p21"/>
          <p:cNvGrpSpPr/>
          <p:nvPr/>
        </p:nvGrpSpPr>
        <p:grpSpPr>
          <a:xfrm>
            <a:off x="-612251" y="1170306"/>
            <a:ext cx="10984005" cy="3511387"/>
            <a:chOff x="-612251" y="1170306"/>
            <a:chExt cx="10984005" cy="3511387"/>
          </a:xfrm>
        </p:grpSpPr>
        <p:grpSp>
          <p:nvGrpSpPr>
            <p:cNvPr id="219" name="Google Shape;219;p21"/>
            <p:cNvGrpSpPr/>
            <p:nvPr/>
          </p:nvGrpSpPr>
          <p:grpSpPr>
            <a:xfrm rot="4385336">
              <a:off x="7369472" y="1803433"/>
              <a:ext cx="2987494" cy="2245132"/>
              <a:chOff x="2928576" y="0"/>
              <a:chExt cx="2987361" cy="2245032"/>
            </a:xfrm>
          </p:grpSpPr>
          <p:sp>
            <p:nvSpPr>
              <p:cNvPr id="220" name="Google Shape;220;p21"/>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21"/>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21"/>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21"/>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4" name="Google Shape;224;p21"/>
            <p:cNvGrpSpPr/>
            <p:nvPr/>
          </p:nvGrpSpPr>
          <p:grpSpPr>
            <a:xfrm rot="-571922">
              <a:off x="-491394" y="2581627"/>
              <a:ext cx="1308743" cy="1568755"/>
              <a:chOff x="1112130" y="2868093"/>
              <a:chExt cx="1308734" cy="1568744"/>
            </a:xfrm>
          </p:grpSpPr>
          <p:sp>
            <p:nvSpPr>
              <p:cNvPr id="225" name="Google Shape;225;p21"/>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21"/>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27" name="Google Shape;227;p21"/>
          <p:cNvSpPr txBox="1"/>
          <p:nvPr>
            <p:ph idx="1" type="subTitle"/>
          </p:nvPr>
        </p:nvSpPr>
        <p:spPr>
          <a:xfrm>
            <a:off x="2729450" y="1499083"/>
            <a:ext cx="4243200" cy="69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8" name="Google Shape;228;p21"/>
          <p:cNvSpPr txBox="1"/>
          <p:nvPr>
            <p:ph idx="2" type="subTitle"/>
          </p:nvPr>
        </p:nvSpPr>
        <p:spPr>
          <a:xfrm>
            <a:off x="2729444" y="2672295"/>
            <a:ext cx="4243200" cy="69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9" name="Google Shape;229;p21"/>
          <p:cNvSpPr txBox="1"/>
          <p:nvPr>
            <p:ph idx="3" type="subTitle"/>
          </p:nvPr>
        </p:nvSpPr>
        <p:spPr>
          <a:xfrm>
            <a:off x="2729451" y="3845507"/>
            <a:ext cx="4243200" cy="69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0" name="Google Shape;230;p21"/>
          <p:cNvSpPr txBox="1"/>
          <p:nvPr>
            <p:ph idx="4" type="subTitle"/>
          </p:nvPr>
        </p:nvSpPr>
        <p:spPr>
          <a:xfrm>
            <a:off x="2729476" y="1139400"/>
            <a:ext cx="4243200" cy="397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1" name="Google Shape;231;p21"/>
          <p:cNvSpPr txBox="1"/>
          <p:nvPr>
            <p:ph idx="5" type="subTitle"/>
          </p:nvPr>
        </p:nvSpPr>
        <p:spPr>
          <a:xfrm>
            <a:off x="2729465" y="2312612"/>
            <a:ext cx="4243200" cy="397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 name="Google Shape;232;p21"/>
          <p:cNvSpPr txBox="1"/>
          <p:nvPr>
            <p:ph idx="6" type="subTitle"/>
          </p:nvPr>
        </p:nvSpPr>
        <p:spPr>
          <a:xfrm>
            <a:off x="2729455" y="3485824"/>
            <a:ext cx="4243200" cy="397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 name="Google Shape;233;p21"/>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34" name="Shape 234"/>
        <p:cNvGrpSpPr/>
        <p:nvPr/>
      </p:nvGrpSpPr>
      <p:grpSpPr>
        <a:xfrm>
          <a:off x="0" y="0"/>
          <a:ext cx="0" cy="0"/>
          <a:chOff x="0" y="0"/>
          <a:chExt cx="0" cy="0"/>
        </a:xfrm>
      </p:grpSpPr>
      <p:sp>
        <p:nvSpPr>
          <p:cNvPr id="235" name="Google Shape;235;p22"/>
          <p:cNvSpPr txBox="1"/>
          <p:nvPr>
            <p:ph idx="1" type="subTitle"/>
          </p:nvPr>
        </p:nvSpPr>
        <p:spPr>
          <a:xfrm>
            <a:off x="1332123" y="3475970"/>
            <a:ext cx="1918800" cy="53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6" name="Google Shape;236;p22"/>
          <p:cNvSpPr txBox="1"/>
          <p:nvPr>
            <p:ph idx="2" type="subTitle"/>
          </p:nvPr>
        </p:nvSpPr>
        <p:spPr>
          <a:xfrm>
            <a:off x="3612598" y="3475970"/>
            <a:ext cx="1918800" cy="53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7" name="Google Shape;237;p22"/>
          <p:cNvSpPr txBox="1"/>
          <p:nvPr>
            <p:ph idx="3" type="subTitle"/>
          </p:nvPr>
        </p:nvSpPr>
        <p:spPr>
          <a:xfrm>
            <a:off x="5893073" y="3475970"/>
            <a:ext cx="1918800" cy="53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8" name="Google Shape;238;p22"/>
          <p:cNvSpPr txBox="1"/>
          <p:nvPr>
            <p:ph idx="4" type="subTitle"/>
          </p:nvPr>
        </p:nvSpPr>
        <p:spPr>
          <a:xfrm>
            <a:off x="1332125" y="3153700"/>
            <a:ext cx="1918800" cy="334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9" name="Google Shape;239;p22"/>
          <p:cNvSpPr txBox="1"/>
          <p:nvPr>
            <p:ph idx="5" type="subTitle"/>
          </p:nvPr>
        </p:nvSpPr>
        <p:spPr>
          <a:xfrm>
            <a:off x="3612603" y="3153700"/>
            <a:ext cx="1918800" cy="334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0" name="Google Shape;240;p22"/>
          <p:cNvSpPr txBox="1"/>
          <p:nvPr>
            <p:ph idx="6" type="subTitle"/>
          </p:nvPr>
        </p:nvSpPr>
        <p:spPr>
          <a:xfrm>
            <a:off x="5893076" y="3153700"/>
            <a:ext cx="1918800" cy="334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1" name="Google Shape;241;p22"/>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242" name="Google Shape;242;p22"/>
          <p:cNvGrpSpPr/>
          <p:nvPr/>
        </p:nvGrpSpPr>
        <p:grpSpPr>
          <a:xfrm>
            <a:off x="-453000" y="-147312"/>
            <a:ext cx="10411471" cy="6920724"/>
            <a:chOff x="-453000" y="-147312"/>
            <a:chExt cx="10411471" cy="6920724"/>
          </a:xfrm>
        </p:grpSpPr>
        <p:sp>
          <p:nvSpPr>
            <p:cNvPr id="243" name="Google Shape;243;p22"/>
            <p:cNvSpPr/>
            <p:nvPr/>
          </p:nvSpPr>
          <p:spPr>
            <a:xfrm rot="5659504">
              <a:off x="6892302" y="1486239"/>
              <a:ext cx="4489366" cy="1308132"/>
            </a:xfrm>
            <a:custGeom>
              <a:rect b="b" l="l" r="r" t="t"/>
              <a:pathLst>
                <a:path extrusionOk="0" h="1096140" w="3761833">
                  <a:moveTo>
                    <a:pt x="9090" y="3822"/>
                  </a:moveTo>
                  <a:cubicBezTo>
                    <a:pt x="-10083" y="175599"/>
                    <a:pt x="3331" y="307043"/>
                    <a:pt x="31129" y="477637"/>
                  </a:cubicBezTo>
                  <a:cubicBezTo>
                    <a:pt x="58927" y="648231"/>
                    <a:pt x="178905" y="909908"/>
                    <a:pt x="312224" y="1019964"/>
                  </a:cubicBezTo>
                  <a:cubicBezTo>
                    <a:pt x="390683" y="1084733"/>
                    <a:pt x="556849" y="1112730"/>
                    <a:pt x="628390" y="979048"/>
                  </a:cubicBezTo>
                  <a:cubicBezTo>
                    <a:pt x="690268" y="863420"/>
                    <a:pt x="801014" y="570631"/>
                    <a:pt x="1076270" y="570631"/>
                  </a:cubicBezTo>
                  <a:cubicBezTo>
                    <a:pt x="1160981" y="570631"/>
                    <a:pt x="1249977" y="591298"/>
                    <a:pt x="1315135" y="645413"/>
                  </a:cubicBezTo>
                  <a:cubicBezTo>
                    <a:pt x="1421312" y="733595"/>
                    <a:pt x="1423738" y="900377"/>
                    <a:pt x="1516146" y="1002888"/>
                  </a:cubicBezTo>
                  <a:cubicBezTo>
                    <a:pt x="1613691" y="1111096"/>
                    <a:pt x="1786565" y="1116443"/>
                    <a:pt x="1922384" y="1063691"/>
                  </a:cubicBezTo>
                  <a:cubicBezTo>
                    <a:pt x="2058203" y="1010939"/>
                    <a:pt x="2170120" y="912326"/>
                    <a:pt x="2291486" y="831720"/>
                  </a:cubicBezTo>
                  <a:cubicBezTo>
                    <a:pt x="2478876" y="707264"/>
                    <a:pt x="2695531" y="621423"/>
                    <a:pt x="2852508" y="460316"/>
                  </a:cubicBezTo>
                  <a:cubicBezTo>
                    <a:pt x="2972951" y="336705"/>
                    <a:pt x="3054837" y="171952"/>
                    <a:pt x="3201913" y="81621"/>
                  </a:cubicBezTo>
                  <a:cubicBezTo>
                    <a:pt x="3365140" y="-18630"/>
                    <a:pt x="3571112" y="-4983"/>
                    <a:pt x="3761932" y="119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22"/>
            <p:cNvSpPr/>
            <p:nvPr/>
          </p:nvSpPr>
          <p:spPr>
            <a:xfrm rot="4899938">
              <a:off x="-1688557" y="3923312"/>
              <a:ext cx="4325532" cy="1240534"/>
            </a:xfrm>
            <a:custGeom>
              <a:rect b="b" l="l" r="r" t="t"/>
              <a:pathLst>
                <a:path extrusionOk="0" h="1042406" w="3634692">
                  <a:moveTo>
                    <a:pt x="3634790" y="1042516"/>
                  </a:moveTo>
                  <a:cubicBezTo>
                    <a:pt x="3573125" y="818914"/>
                    <a:pt x="3709822" y="522190"/>
                    <a:pt x="3307695" y="260599"/>
                  </a:cubicBezTo>
                  <a:cubicBezTo>
                    <a:pt x="2995313" y="57389"/>
                    <a:pt x="2442656" y="-94497"/>
                    <a:pt x="2108104" y="69701"/>
                  </a:cubicBezTo>
                  <a:cubicBezTo>
                    <a:pt x="2006183" y="119723"/>
                    <a:pt x="1906236" y="178511"/>
                    <a:pt x="1829753" y="262401"/>
                  </a:cubicBezTo>
                  <a:cubicBezTo>
                    <a:pt x="1722843" y="379663"/>
                    <a:pt x="1727126" y="406602"/>
                    <a:pt x="1644546" y="542092"/>
                  </a:cubicBezTo>
                  <a:cubicBezTo>
                    <a:pt x="1561967" y="677582"/>
                    <a:pt x="1424366" y="802811"/>
                    <a:pt x="1266327" y="788234"/>
                  </a:cubicBezTo>
                  <a:cubicBezTo>
                    <a:pt x="1198587" y="781987"/>
                    <a:pt x="1136104" y="750557"/>
                    <a:pt x="1075489" y="719686"/>
                  </a:cubicBezTo>
                  <a:cubicBezTo>
                    <a:pt x="970439" y="666184"/>
                    <a:pt x="865389" y="612682"/>
                    <a:pt x="760339" y="559180"/>
                  </a:cubicBezTo>
                  <a:cubicBezTo>
                    <a:pt x="614264" y="484785"/>
                    <a:pt x="448284" y="408466"/>
                    <a:pt x="292464" y="459399"/>
                  </a:cubicBezTo>
                  <a:cubicBezTo>
                    <a:pt x="106694" y="520121"/>
                    <a:pt x="20712" y="735316"/>
                    <a:pt x="97"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5" name="Google Shape;245;p22"/>
          <p:cNvGrpSpPr/>
          <p:nvPr/>
        </p:nvGrpSpPr>
        <p:grpSpPr>
          <a:xfrm>
            <a:off x="-1255862" y="-1530872"/>
            <a:ext cx="10531222" cy="6827852"/>
            <a:chOff x="-1255862" y="-1530872"/>
            <a:chExt cx="10531222" cy="6827852"/>
          </a:xfrm>
        </p:grpSpPr>
        <p:grpSp>
          <p:nvGrpSpPr>
            <p:cNvPr id="246" name="Google Shape;246;p22"/>
            <p:cNvGrpSpPr/>
            <p:nvPr/>
          </p:nvGrpSpPr>
          <p:grpSpPr>
            <a:xfrm flipH="1" rot="-2986404">
              <a:off x="-927824" y="-787933"/>
              <a:ext cx="2987767" cy="2245337"/>
              <a:chOff x="2928576" y="0"/>
              <a:chExt cx="2987361" cy="2245032"/>
            </a:xfrm>
          </p:grpSpPr>
          <p:sp>
            <p:nvSpPr>
              <p:cNvPr id="247" name="Google Shape;247;p22"/>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22"/>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22"/>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22"/>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1" name="Google Shape;251;p22"/>
            <p:cNvGrpSpPr/>
            <p:nvPr/>
          </p:nvGrpSpPr>
          <p:grpSpPr>
            <a:xfrm rot="-9843229">
              <a:off x="7776500" y="3578856"/>
              <a:ext cx="1308570" cy="1568548"/>
              <a:chOff x="1112130" y="2868093"/>
              <a:chExt cx="1308734" cy="1568744"/>
            </a:xfrm>
          </p:grpSpPr>
          <p:sp>
            <p:nvSpPr>
              <p:cNvPr id="252" name="Google Shape;252;p22"/>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22"/>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54" name="Shape 254"/>
        <p:cNvGrpSpPr/>
        <p:nvPr/>
      </p:nvGrpSpPr>
      <p:grpSpPr>
        <a:xfrm>
          <a:off x="0" y="0"/>
          <a:ext cx="0" cy="0"/>
          <a:chOff x="0" y="0"/>
          <a:chExt cx="0" cy="0"/>
        </a:xfrm>
      </p:grpSpPr>
      <p:grpSp>
        <p:nvGrpSpPr>
          <p:cNvPr id="255" name="Google Shape;255;p23"/>
          <p:cNvGrpSpPr/>
          <p:nvPr/>
        </p:nvGrpSpPr>
        <p:grpSpPr>
          <a:xfrm>
            <a:off x="-118900" y="890445"/>
            <a:ext cx="11011607" cy="4798868"/>
            <a:chOff x="-118900" y="890445"/>
            <a:chExt cx="11011607" cy="4798868"/>
          </a:xfrm>
        </p:grpSpPr>
        <p:grpSp>
          <p:nvGrpSpPr>
            <p:cNvPr id="256" name="Google Shape;256;p23"/>
            <p:cNvGrpSpPr/>
            <p:nvPr/>
          </p:nvGrpSpPr>
          <p:grpSpPr>
            <a:xfrm flipH="1" rot="7536696">
              <a:off x="245452" y="3916184"/>
              <a:ext cx="1308762" cy="1568777"/>
              <a:chOff x="1112130" y="2868093"/>
              <a:chExt cx="1308734" cy="1568744"/>
            </a:xfrm>
          </p:grpSpPr>
          <p:sp>
            <p:nvSpPr>
              <p:cNvPr id="257" name="Google Shape;257;p23"/>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23"/>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9" name="Google Shape;259;p23"/>
            <p:cNvGrpSpPr/>
            <p:nvPr/>
          </p:nvGrpSpPr>
          <p:grpSpPr>
            <a:xfrm rot="-8298219">
              <a:off x="7536959" y="1599679"/>
              <a:ext cx="2987439" cy="2245090"/>
              <a:chOff x="2928576" y="0"/>
              <a:chExt cx="2987361" cy="2245032"/>
            </a:xfrm>
          </p:grpSpPr>
          <p:sp>
            <p:nvSpPr>
              <p:cNvPr id="260" name="Google Shape;260;p23"/>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23"/>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23"/>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23"/>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64" name="Google Shape;264;p23"/>
          <p:cNvGrpSpPr/>
          <p:nvPr/>
        </p:nvGrpSpPr>
        <p:grpSpPr>
          <a:xfrm>
            <a:off x="-1531329" y="-1695080"/>
            <a:ext cx="11745357" cy="9133226"/>
            <a:chOff x="-1531329" y="-1695080"/>
            <a:chExt cx="11745357" cy="9133226"/>
          </a:xfrm>
        </p:grpSpPr>
        <p:sp>
          <p:nvSpPr>
            <p:cNvPr id="265" name="Google Shape;265;p23"/>
            <p:cNvSpPr/>
            <p:nvPr/>
          </p:nvSpPr>
          <p:spPr>
            <a:xfrm rot="4573459">
              <a:off x="-2015474" y="-379834"/>
              <a:ext cx="5008025" cy="2931541"/>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23"/>
            <p:cNvSpPr/>
            <p:nvPr/>
          </p:nvSpPr>
          <p:spPr>
            <a:xfrm flipH="1" rot="673548">
              <a:off x="5870772" y="3833340"/>
              <a:ext cx="4066789" cy="3239947"/>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7" name="Google Shape;267;p23"/>
          <p:cNvSpPr txBox="1"/>
          <p:nvPr>
            <p:ph idx="1" type="subTitle"/>
          </p:nvPr>
        </p:nvSpPr>
        <p:spPr>
          <a:xfrm>
            <a:off x="1561328" y="1692753"/>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8" name="Google Shape;268;p23"/>
          <p:cNvSpPr txBox="1"/>
          <p:nvPr>
            <p:ph idx="2" type="subTitle"/>
          </p:nvPr>
        </p:nvSpPr>
        <p:spPr>
          <a:xfrm>
            <a:off x="5311680" y="1692753"/>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9" name="Google Shape;269;p23"/>
          <p:cNvSpPr txBox="1"/>
          <p:nvPr>
            <p:ph idx="3" type="subTitle"/>
          </p:nvPr>
        </p:nvSpPr>
        <p:spPr>
          <a:xfrm>
            <a:off x="1561328" y="3353328"/>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0" name="Google Shape;270;p23"/>
          <p:cNvSpPr txBox="1"/>
          <p:nvPr>
            <p:ph idx="4" type="subTitle"/>
          </p:nvPr>
        </p:nvSpPr>
        <p:spPr>
          <a:xfrm>
            <a:off x="5311680" y="3353328"/>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1" name="Google Shape;271;p23"/>
          <p:cNvSpPr txBox="1"/>
          <p:nvPr>
            <p:ph idx="5" type="subTitle"/>
          </p:nvPr>
        </p:nvSpPr>
        <p:spPr>
          <a:xfrm>
            <a:off x="1561328" y="1323203"/>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72" name="Google Shape;272;p23"/>
          <p:cNvSpPr txBox="1"/>
          <p:nvPr>
            <p:ph idx="6" type="subTitle"/>
          </p:nvPr>
        </p:nvSpPr>
        <p:spPr>
          <a:xfrm>
            <a:off x="1561328" y="2983853"/>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73" name="Google Shape;273;p23"/>
          <p:cNvSpPr txBox="1"/>
          <p:nvPr>
            <p:ph idx="7" type="subTitle"/>
          </p:nvPr>
        </p:nvSpPr>
        <p:spPr>
          <a:xfrm>
            <a:off x="5311653" y="1323203"/>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74" name="Google Shape;274;p23"/>
          <p:cNvSpPr txBox="1"/>
          <p:nvPr>
            <p:ph idx="8" type="subTitle"/>
          </p:nvPr>
        </p:nvSpPr>
        <p:spPr>
          <a:xfrm>
            <a:off x="5311653" y="2983853"/>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75" name="Google Shape;275;p23"/>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6" name="Shape 276"/>
        <p:cNvGrpSpPr/>
        <p:nvPr/>
      </p:nvGrpSpPr>
      <p:grpSpPr>
        <a:xfrm>
          <a:off x="0" y="0"/>
          <a:ext cx="0" cy="0"/>
          <a:chOff x="0" y="0"/>
          <a:chExt cx="0" cy="0"/>
        </a:xfrm>
      </p:grpSpPr>
      <p:grpSp>
        <p:nvGrpSpPr>
          <p:cNvPr id="277" name="Google Shape;277;p24"/>
          <p:cNvGrpSpPr/>
          <p:nvPr/>
        </p:nvGrpSpPr>
        <p:grpSpPr>
          <a:xfrm>
            <a:off x="-1382258" y="397893"/>
            <a:ext cx="10692322" cy="5332800"/>
            <a:chOff x="-1382258" y="397893"/>
            <a:chExt cx="10692322" cy="5332800"/>
          </a:xfrm>
        </p:grpSpPr>
        <p:grpSp>
          <p:nvGrpSpPr>
            <p:cNvPr id="278" name="Google Shape;278;p24"/>
            <p:cNvGrpSpPr/>
            <p:nvPr/>
          </p:nvGrpSpPr>
          <p:grpSpPr>
            <a:xfrm flipH="1">
              <a:off x="8001330" y="397893"/>
              <a:ext cx="1308734" cy="1568744"/>
              <a:chOff x="1112130" y="2868093"/>
              <a:chExt cx="1308734" cy="1568744"/>
            </a:xfrm>
          </p:grpSpPr>
          <p:sp>
            <p:nvSpPr>
              <p:cNvPr id="279" name="Google Shape;279;p24"/>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24"/>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1" name="Google Shape;281;p24"/>
            <p:cNvGrpSpPr/>
            <p:nvPr/>
          </p:nvGrpSpPr>
          <p:grpSpPr>
            <a:xfrm rot="-7383839">
              <a:off x="-1120274" y="2743827"/>
              <a:ext cx="2987497" cy="2245134"/>
              <a:chOff x="2928576" y="0"/>
              <a:chExt cx="2987361" cy="2245032"/>
            </a:xfrm>
          </p:grpSpPr>
          <p:sp>
            <p:nvSpPr>
              <p:cNvPr id="282" name="Google Shape;282;p24"/>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24"/>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24"/>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24"/>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86" name="Google Shape;286;p24"/>
          <p:cNvGrpSpPr/>
          <p:nvPr/>
        </p:nvGrpSpPr>
        <p:grpSpPr>
          <a:xfrm>
            <a:off x="-2044975" y="-506181"/>
            <a:ext cx="10802789" cy="7571124"/>
            <a:chOff x="-2044975" y="-506181"/>
            <a:chExt cx="10802789" cy="7571124"/>
          </a:xfrm>
        </p:grpSpPr>
        <p:sp>
          <p:nvSpPr>
            <p:cNvPr id="287" name="Google Shape;287;p24"/>
            <p:cNvSpPr/>
            <p:nvPr/>
          </p:nvSpPr>
          <p:spPr>
            <a:xfrm rot="3058951">
              <a:off x="6113427" y="4390542"/>
              <a:ext cx="2174963" cy="2245367"/>
            </a:xfrm>
            <a:custGeom>
              <a:rect b="b" l="l" r="r" t="t"/>
              <a:pathLst>
                <a:path extrusionOk="0" h="2243790" w="2173435">
                  <a:moveTo>
                    <a:pt x="2173685" y="273418"/>
                  </a:moveTo>
                  <a:cubicBezTo>
                    <a:pt x="1869390" y="111185"/>
                    <a:pt x="1532936" y="18304"/>
                    <a:pt x="1188475" y="1443"/>
                  </a:cubicBezTo>
                  <a:cubicBezTo>
                    <a:pt x="1035333" y="-5916"/>
                    <a:pt x="855821" y="16028"/>
                    <a:pt x="776016" y="146882"/>
                  </a:cubicBezTo>
                  <a:cubicBezTo>
                    <a:pt x="718580" y="241059"/>
                    <a:pt x="733431" y="360114"/>
                    <a:pt x="720232" y="469619"/>
                  </a:cubicBezTo>
                  <a:cubicBezTo>
                    <a:pt x="698434" y="650465"/>
                    <a:pt x="596944" y="811747"/>
                    <a:pt x="483582" y="954367"/>
                  </a:cubicBezTo>
                  <a:cubicBezTo>
                    <a:pt x="370219" y="1096988"/>
                    <a:pt x="241671" y="1229071"/>
                    <a:pt x="150119" y="1386569"/>
                  </a:cubicBezTo>
                  <a:cubicBezTo>
                    <a:pt x="38811" y="1579023"/>
                    <a:pt x="-12447" y="1800323"/>
                    <a:pt x="2916" y="2022091"/>
                  </a:cubicBezTo>
                  <a:cubicBezTo>
                    <a:pt x="48093" y="2032680"/>
                    <a:pt x="94973" y="2019577"/>
                    <a:pt x="141228" y="2015878"/>
                  </a:cubicBezTo>
                  <a:cubicBezTo>
                    <a:pt x="256852" y="2006631"/>
                    <a:pt x="367827" y="2056207"/>
                    <a:pt x="476425" y="2096947"/>
                  </a:cubicBezTo>
                  <a:cubicBezTo>
                    <a:pt x="674688" y="2171280"/>
                    <a:pt x="881963" y="2218920"/>
                    <a:pt x="1092796" y="2238613"/>
                  </a:cubicBezTo>
                  <a:cubicBezTo>
                    <a:pt x="1216420" y="2250137"/>
                    <a:pt x="1351382" y="2248885"/>
                    <a:pt x="1451070" y="2174902"/>
                  </a:cubicBezTo>
                  <a:cubicBezTo>
                    <a:pt x="1501051" y="2137808"/>
                    <a:pt x="1537384" y="2085596"/>
                    <a:pt x="1571440" y="2033508"/>
                  </a:cubicBezTo>
                  <a:cubicBezTo>
                    <a:pt x="1846691" y="1611839"/>
                    <a:pt x="2031875" y="1137904"/>
                    <a:pt x="2115394" y="6413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24"/>
            <p:cNvSpPr/>
            <p:nvPr/>
          </p:nvSpPr>
          <p:spPr>
            <a:xfrm flipH="1" rot="10800000">
              <a:off x="-2044975" y="-506181"/>
              <a:ext cx="5306650" cy="1521913"/>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9" name="Google Shape;289;p24"/>
          <p:cNvSpPr txBox="1"/>
          <p:nvPr>
            <p:ph idx="1" type="subTitle"/>
          </p:nvPr>
        </p:nvSpPr>
        <p:spPr>
          <a:xfrm>
            <a:off x="1024800" y="1710161"/>
            <a:ext cx="19860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0" name="Google Shape;290;p24"/>
          <p:cNvSpPr txBox="1"/>
          <p:nvPr>
            <p:ph idx="2" type="subTitle"/>
          </p:nvPr>
        </p:nvSpPr>
        <p:spPr>
          <a:xfrm>
            <a:off x="3579000" y="1710161"/>
            <a:ext cx="19860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1" name="Google Shape;291;p24"/>
          <p:cNvSpPr txBox="1"/>
          <p:nvPr>
            <p:ph idx="3" type="subTitle"/>
          </p:nvPr>
        </p:nvSpPr>
        <p:spPr>
          <a:xfrm>
            <a:off x="1024800" y="3440450"/>
            <a:ext cx="19860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2" name="Google Shape;292;p24"/>
          <p:cNvSpPr txBox="1"/>
          <p:nvPr>
            <p:ph idx="4" type="subTitle"/>
          </p:nvPr>
        </p:nvSpPr>
        <p:spPr>
          <a:xfrm>
            <a:off x="3578998" y="3440450"/>
            <a:ext cx="19860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3" name="Google Shape;293;p24"/>
          <p:cNvSpPr txBox="1"/>
          <p:nvPr>
            <p:ph idx="5" type="subTitle"/>
          </p:nvPr>
        </p:nvSpPr>
        <p:spPr>
          <a:xfrm>
            <a:off x="6133197" y="1710161"/>
            <a:ext cx="19860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4" name="Google Shape;294;p24"/>
          <p:cNvSpPr txBox="1"/>
          <p:nvPr>
            <p:ph idx="6" type="subTitle"/>
          </p:nvPr>
        </p:nvSpPr>
        <p:spPr>
          <a:xfrm>
            <a:off x="6133197" y="3440450"/>
            <a:ext cx="19860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5" name="Google Shape;295;p24"/>
          <p:cNvSpPr txBox="1"/>
          <p:nvPr>
            <p:ph idx="7" type="subTitle"/>
          </p:nvPr>
        </p:nvSpPr>
        <p:spPr>
          <a:xfrm>
            <a:off x="1024800" y="1336275"/>
            <a:ext cx="1986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96" name="Google Shape;296;p24"/>
          <p:cNvSpPr txBox="1"/>
          <p:nvPr>
            <p:ph idx="8" type="subTitle"/>
          </p:nvPr>
        </p:nvSpPr>
        <p:spPr>
          <a:xfrm>
            <a:off x="3579000" y="1336275"/>
            <a:ext cx="1986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97" name="Google Shape;297;p24"/>
          <p:cNvSpPr txBox="1"/>
          <p:nvPr>
            <p:ph idx="9" type="subTitle"/>
          </p:nvPr>
        </p:nvSpPr>
        <p:spPr>
          <a:xfrm>
            <a:off x="6133197" y="1336275"/>
            <a:ext cx="1986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98" name="Google Shape;298;p24"/>
          <p:cNvSpPr txBox="1"/>
          <p:nvPr>
            <p:ph idx="13" type="subTitle"/>
          </p:nvPr>
        </p:nvSpPr>
        <p:spPr>
          <a:xfrm>
            <a:off x="1024800" y="3063352"/>
            <a:ext cx="1986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99" name="Google Shape;299;p24"/>
          <p:cNvSpPr txBox="1"/>
          <p:nvPr>
            <p:ph idx="14" type="subTitle"/>
          </p:nvPr>
        </p:nvSpPr>
        <p:spPr>
          <a:xfrm>
            <a:off x="3579000" y="3063352"/>
            <a:ext cx="1986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300" name="Google Shape;300;p24"/>
          <p:cNvSpPr txBox="1"/>
          <p:nvPr>
            <p:ph idx="15" type="subTitle"/>
          </p:nvPr>
        </p:nvSpPr>
        <p:spPr>
          <a:xfrm>
            <a:off x="6133197" y="3063352"/>
            <a:ext cx="1986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b="1" sz="2100">
                <a:solidFill>
                  <a:schemeClr val="dk1"/>
                </a:solidFill>
                <a:latin typeface="Rambla"/>
                <a:ea typeface="Rambla"/>
                <a:cs typeface="Rambla"/>
                <a:sym typeface="Rambla"/>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301" name="Google Shape;301;p24"/>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2" name="Shape 302"/>
        <p:cNvGrpSpPr/>
        <p:nvPr/>
      </p:nvGrpSpPr>
      <p:grpSpPr>
        <a:xfrm>
          <a:off x="0" y="0"/>
          <a:ext cx="0" cy="0"/>
          <a:chOff x="0" y="0"/>
          <a:chExt cx="0" cy="0"/>
        </a:xfrm>
      </p:grpSpPr>
      <p:grpSp>
        <p:nvGrpSpPr>
          <p:cNvPr id="303" name="Google Shape;303;p25"/>
          <p:cNvGrpSpPr/>
          <p:nvPr/>
        </p:nvGrpSpPr>
        <p:grpSpPr>
          <a:xfrm>
            <a:off x="-900690" y="-654753"/>
            <a:ext cx="11041555" cy="7331102"/>
            <a:chOff x="-900690" y="-654753"/>
            <a:chExt cx="11041555" cy="7331102"/>
          </a:xfrm>
        </p:grpSpPr>
        <p:sp>
          <p:nvSpPr>
            <p:cNvPr id="304" name="Google Shape;304;p25"/>
            <p:cNvSpPr/>
            <p:nvPr/>
          </p:nvSpPr>
          <p:spPr>
            <a:xfrm flipH="1">
              <a:off x="6080833" y="3441785"/>
              <a:ext cx="4060032" cy="3234564"/>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25"/>
            <p:cNvSpPr/>
            <p:nvPr/>
          </p:nvSpPr>
          <p:spPr>
            <a:xfrm rot="508449">
              <a:off x="-711914" y="-407059"/>
              <a:ext cx="3571084" cy="282662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6" name="Google Shape;306;p25"/>
          <p:cNvSpPr txBox="1"/>
          <p:nvPr>
            <p:ph hasCustomPrompt="1" type="title"/>
          </p:nvPr>
        </p:nvSpPr>
        <p:spPr>
          <a:xfrm>
            <a:off x="4130050" y="704500"/>
            <a:ext cx="41619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7" name="Google Shape;307;p25"/>
          <p:cNvSpPr txBox="1"/>
          <p:nvPr>
            <p:ph idx="1" type="subTitle"/>
          </p:nvPr>
        </p:nvSpPr>
        <p:spPr>
          <a:xfrm>
            <a:off x="4130050" y="1288070"/>
            <a:ext cx="4161900" cy="5988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08" name="Google Shape;308;p25"/>
          <p:cNvSpPr txBox="1"/>
          <p:nvPr>
            <p:ph hasCustomPrompt="1" idx="2" type="title"/>
          </p:nvPr>
        </p:nvSpPr>
        <p:spPr>
          <a:xfrm>
            <a:off x="4130050" y="1980565"/>
            <a:ext cx="41619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9" name="Google Shape;309;p25"/>
          <p:cNvSpPr txBox="1"/>
          <p:nvPr>
            <p:ph idx="3" type="subTitle"/>
          </p:nvPr>
        </p:nvSpPr>
        <p:spPr>
          <a:xfrm>
            <a:off x="4130050" y="2564134"/>
            <a:ext cx="4161900" cy="5988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10" name="Google Shape;310;p25"/>
          <p:cNvSpPr txBox="1"/>
          <p:nvPr>
            <p:ph hasCustomPrompt="1" idx="4" type="title"/>
          </p:nvPr>
        </p:nvSpPr>
        <p:spPr>
          <a:xfrm>
            <a:off x="4130050" y="3256630"/>
            <a:ext cx="41619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11" name="Google Shape;311;p25"/>
          <p:cNvSpPr txBox="1"/>
          <p:nvPr>
            <p:ph idx="5" type="subTitle"/>
          </p:nvPr>
        </p:nvSpPr>
        <p:spPr>
          <a:xfrm>
            <a:off x="4130050" y="3840199"/>
            <a:ext cx="4161900" cy="5988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312" name="Google Shape;312;p25"/>
          <p:cNvGrpSpPr/>
          <p:nvPr/>
        </p:nvGrpSpPr>
        <p:grpSpPr>
          <a:xfrm flipH="1" rot="10191051">
            <a:off x="792463" y="3883103"/>
            <a:ext cx="4566408" cy="1567864"/>
            <a:chOff x="2517669" y="964747"/>
            <a:chExt cx="3853699" cy="1323157"/>
          </a:xfrm>
        </p:grpSpPr>
        <p:sp>
          <p:nvSpPr>
            <p:cNvPr id="313" name="Google Shape;313;p25"/>
            <p:cNvSpPr/>
            <p:nvPr/>
          </p:nvSpPr>
          <p:spPr>
            <a:xfrm>
              <a:off x="6333961" y="1442399"/>
              <a:ext cx="37407" cy="48561"/>
            </a:xfrm>
            <a:custGeom>
              <a:rect b="b" l="l" r="r" t="t"/>
              <a:pathLst>
                <a:path extrusionOk="0" h="48561" w="37407">
                  <a:moveTo>
                    <a:pt x="31099" y="48348"/>
                  </a:moveTo>
                  <a:cubicBezTo>
                    <a:pt x="36228" y="46931"/>
                    <a:pt x="39237" y="41624"/>
                    <a:pt x="37819" y="36496"/>
                  </a:cubicBezTo>
                  <a:cubicBezTo>
                    <a:pt x="37614" y="35755"/>
                    <a:pt x="37322" y="35042"/>
                    <a:pt x="36948" y="34371"/>
                  </a:cubicBezTo>
                  <a:cubicBezTo>
                    <a:pt x="31219" y="24119"/>
                    <a:pt x="24957" y="14010"/>
                    <a:pt x="18334" y="4325"/>
                  </a:cubicBezTo>
                  <a:cubicBezTo>
                    <a:pt x="15334" y="-63"/>
                    <a:pt x="9345" y="-1188"/>
                    <a:pt x="4956" y="1811"/>
                  </a:cubicBezTo>
                  <a:cubicBezTo>
                    <a:pt x="568" y="4811"/>
                    <a:pt x="-558" y="10800"/>
                    <a:pt x="2442" y="15188"/>
                  </a:cubicBezTo>
                  <a:cubicBezTo>
                    <a:pt x="8739" y="24398"/>
                    <a:pt x="14694" y="34011"/>
                    <a:pt x="20142" y="43761"/>
                  </a:cubicBezTo>
                  <a:cubicBezTo>
                    <a:pt x="22304" y="47629"/>
                    <a:pt x="26826" y="49522"/>
                    <a:pt x="31099" y="4834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25"/>
            <p:cNvSpPr/>
            <p:nvPr/>
          </p:nvSpPr>
          <p:spPr>
            <a:xfrm flipH="1" rot="-1220284">
              <a:off x="2476393" y="1423598"/>
              <a:ext cx="2681597" cy="229550"/>
            </a:xfrm>
            <a:custGeom>
              <a:rect b="b" l="l" r="r" t="t"/>
              <a:pathLst>
                <a:path extrusionOk="0" h="229589" w="2682050">
                  <a:moveTo>
                    <a:pt x="2675754" y="229371"/>
                  </a:moveTo>
                  <a:cubicBezTo>
                    <a:pt x="2680878" y="227951"/>
                    <a:pt x="2683881" y="222646"/>
                    <a:pt x="2682460" y="217522"/>
                  </a:cubicBezTo>
                  <a:cubicBezTo>
                    <a:pt x="2682023" y="215945"/>
                    <a:pt x="2681191" y="214505"/>
                    <a:pt x="2680042" y="213339"/>
                  </a:cubicBezTo>
                  <a:cubicBezTo>
                    <a:pt x="2663356" y="196482"/>
                    <a:pt x="2645363" y="180971"/>
                    <a:pt x="2626231" y="166952"/>
                  </a:cubicBezTo>
                  <a:cubicBezTo>
                    <a:pt x="2621948" y="163803"/>
                    <a:pt x="2615923" y="164722"/>
                    <a:pt x="2612774" y="169004"/>
                  </a:cubicBezTo>
                  <a:cubicBezTo>
                    <a:pt x="2609624" y="173287"/>
                    <a:pt x="2610543" y="179311"/>
                    <a:pt x="2614826" y="182460"/>
                  </a:cubicBezTo>
                  <a:cubicBezTo>
                    <a:pt x="2633138" y="195875"/>
                    <a:pt x="2650359" y="210718"/>
                    <a:pt x="2666328" y="226849"/>
                  </a:cubicBezTo>
                  <a:cubicBezTo>
                    <a:pt x="2668780" y="229338"/>
                    <a:pt x="2672388" y="230304"/>
                    <a:pt x="2675755" y="229371"/>
                  </a:cubicBezTo>
                  <a:close/>
                  <a:moveTo>
                    <a:pt x="2564221" y="146657"/>
                  </a:moveTo>
                  <a:cubicBezTo>
                    <a:pt x="2569346" y="145244"/>
                    <a:pt x="2572354" y="139944"/>
                    <a:pt x="2570940" y="134820"/>
                  </a:cubicBezTo>
                  <a:cubicBezTo>
                    <a:pt x="2570247" y="132309"/>
                    <a:pt x="2568566" y="130186"/>
                    <a:pt x="2566281" y="128936"/>
                  </a:cubicBezTo>
                  <a:cubicBezTo>
                    <a:pt x="2545510" y="117632"/>
                    <a:pt x="2524145" y="107455"/>
                    <a:pt x="2502279" y="98452"/>
                  </a:cubicBezTo>
                  <a:cubicBezTo>
                    <a:pt x="2497368" y="96417"/>
                    <a:pt x="2491737" y="98748"/>
                    <a:pt x="2489701" y="103659"/>
                  </a:cubicBezTo>
                  <a:cubicBezTo>
                    <a:pt x="2487666" y="108569"/>
                    <a:pt x="2489998" y="114200"/>
                    <a:pt x="2494909" y="116235"/>
                  </a:cubicBezTo>
                  <a:cubicBezTo>
                    <a:pt x="2494912" y="116236"/>
                    <a:pt x="2494915" y="116237"/>
                    <a:pt x="2494918" y="116238"/>
                  </a:cubicBezTo>
                  <a:cubicBezTo>
                    <a:pt x="2516142" y="124977"/>
                    <a:pt x="2536880" y="134853"/>
                    <a:pt x="2557041" y="145823"/>
                  </a:cubicBezTo>
                  <a:cubicBezTo>
                    <a:pt x="2559234" y="147027"/>
                    <a:pt x="2561811" y="147327"/>
                    <a:pt x="2564221" y="146658"/>
                  </a:cubicBezTo>
                  <a:close/>
                  <a:moveTo>
                    <a:pt x="2435374" y="92822"/>
                  </a:moveTo>
                  <a:cubicBezTo>
                    <a:pt x="2440500" y="91412"/>
                    <a:pt x="2443512" y="86113"/>
                    <a:pt x="2442101" y="80988"/>
                  </a:cubicBezTo>
                  <a:cubicBezTo>
                    <a:pt x="2441235" y="77839"/>
                    <a:pt x="2438830" y="75344"/>
                    <a:pt x="2435715" y="74362"/>
                  </a:cubicBezTo>
                  <a:cubicBezTo>
                    <a:pt x="2414124" y="67555"/>
                    <a:pt x="2391197" y="61232"/>
                    <a:pt x="2367571" y="55565"/>
                  </a:cubicBezTo>
                  <a:cubicBezTo>
                    <a:pt x="2362401" y="54325"/>
                    <a:pt x="2357205" y="57510"/>
                    <a:pt x="2355965" y="62679"/>
                  </a:cubicBezTo>
                  <a:cubicBezTo>
                    <a:pt x="2354725" y="67848"/>
                    <a:pt x="2357911" y="73044"/>
                    <a:pt x="2363080" y="74284"/>
                  </a:cubicBezTo>
                  <a:cubicBezTo>
                    <a:pt x="2386272" y="79846"/>
                    <a:pt x="2408762" y="86049"/>
                    <a:pt x="2429928" y="92720"/>
                  </a:cubicBezTo>
                  <a:cubicBezTo>
                    <a:pt x="2431695" y="93281"/>
                    <a:pt x="2433587" y="93316"/>
                    <a:pt x="2435374" y="92822"/>
                  </a:cubicBezTo>
                  <a:close/>
                  <a:moveTo>
                    <a:pt x="2299306" y="59872"/>
                  </a:moveTo>
                  <a:cubicBezTo>
                    <a:pt x="2304432" y="58461"/>
                    <a:pt x="2307443" y="53161"/>
                    <a:pt x="2306031" y="48035"/>
                  </a:cubicBezTo>
                  <a:cubicBezTo>
                    <a:pt x="2305048" y="44466"/>
                    <a:pt x="2302106" y="41777"/>
                    <a:pt x="2298462" y="41119"/>
                  </a:cubicBezTo>
                  <a:cubicBezTo>
                    <a:pt x="2276155" y="37090"/>
                    <a:pt x="2252709" y="33435"/>
                    <a:pt x="2228772" y="30255"/>
                  </a:cubicBezTo>
                  <a:cubicBezTo>
                    <a:pt x="2223503" y="29555"/>
                    <a:pt x="2218663" y="33259"/>
                    <a:pt x="2217963" y="38528"/>
                  </a:cubicBezTo>
                  <a:cubicBezTo>
                    <a:pt x="2217263" y="43797"/>
                    <a:pt x="2220967" y="48636"/>
                    <a:pt x="2226236" y="49337"/>
                  </a:cubicBezTo>
                  <a:cubicBezTo>
                    <a:pt x="2249877" y="52478"/>
                    <a:pt x="2273026" y="56087"/>
                    <a:pt x="2295041" y="60061"/>
                  </a:cubicBezTo>
                  <a:cubicBezTo>
                    <a:pt x="2296459" y="60319"/>
                    <a:pt x="2297917" y="60255"/>
                    <a:pt x="2299306" y="59872"/>
                  </a:cubicBezTo>
                  <a:close/>
                  <a:moveTo>
                    <a:pt x="2160406" y="41225"/>
                  </a:moveTo>
                  <a:cubicBezTo>
                    <a:pt x="2165531" y="39810"/>
                    <a:pt x="2168539" y="34509"/>
                    <a:pt x="2167124" y="29384"/>
                  </a:cubicBezTo>
                  <a:cubicBezTo>
                    <a:pt x="2166060" y="25530"/>
                    <a:pt x="2162725" y="22735"/>
                    <a:pt x="2158745" y="22361"/>
                  </a:cubicBezTo>
                  <a:cubicBezTo>
                    <a:pt x="2136155" y="20242"/>
                    <a:pt x="2112532" y="18422"/>
                    <a:pt x="2088532" y="16949"/>
                  </a:cubicBezTo>
                  <a:cubicBezTo>
                    <a:pt x="2083226" y="16624"/>
                    <a:pt x="2078660" y="20661"/>
                    <a:pt x="2078335" y="25967"/>
                  </a:cubicBezTo>
                  <a:cubicBezTo>
                    <a:pt x="2078009" y="31273"/>
                    <a:pt x="2082047" y="35838"/>
                    <a:pt x="2087353" y="36163"/>
                  </a:cubicBezTo>
                  <a:cubicBezTo>
                    <a:pt x="2111148" y="37623"/>
                    <a:pt x="2134563" y="39427"/>
                    <a:pt x="2156946" y="41527"/>
                  </a:cubicBezTo>
                  <a:cubicBezTo>
                    <a:pt x="2158108" y="41637"/>
                    <a:pt x="2159280" y="41535"/>
                    <a:pt x="2160406" y="41225"/>
                  </a:cubicBezTo>
                  <a:close/>
                  <a:moveTo>
                    <a:pt x="2020471" y="32524"/>
                  </a:moveTo>
                  <a:cubicBezTo>
                    <a:pt x="2025595" y="31107"/>
                    <a:pt x="2028601" y="25804"/>
                    <a:pt x="2027183" y="20680"/>
                  </a:cubicBezTo>
                  <a:cubicBezTo>
                    <a:pt x="2026062" y="16626"/>
                    <a:pt x="2022438" y="13769"/>
                    <a:pt x="2018234" y="13625"/>
                  </a:cubicBezTo>
                  <a:cubicBezTo>
                    <a:pt x="1995538" y="12853"/>
                    <a:pt x="1971876" y="12328"/>
                    <a:pt x="1947908" y="12067"/>
                  </a:cubicBezTo>
                  <a:cubicBezTo>
                    <a:pt x="1942592" y="12009"/>
                    <a:pt x="1938236" y="16271"/>
                    <a:pt x="1938178" y="21587"/>
                  </a:cubicBezTo>
                  <a:cubicBezTo>
                    <a:pt x="1938120" y="26902"/>
                    <a:pt x="1942382" y="31258"/>
                    <a:pt x="1947698" y="31316"/>
                  </a:cubicBezTo>
                  <a:cubicBezTo>
                    <a:pt x="1971519" y="31576"/>
                    <a:pt x="1995030" y="32097"/>
                    <a:pt x="2017579" y="32864"/>
                  </a:cubicBezTo>
                  <a:cubicBezTo>
                    <a:pt x="2018555" y="32898"/>
                    <a:pt x="2019530" y="32783"/>
                    <a:pt x="2020471" y="32524"/>
                  </a:cubicBezTo>
                  <a:close/>
                  <a:moveTo>
                    <a:pt x="1880247" y="30914"/>
                  </a:moveTo>
                  <a:cubicBezTo>
                    <a:pt x="1885371" y="29496"/>
                    <a:pt x="1888375" y="24193"/>
                    <a:pt x="1886957" y="19069"/>
                  </a:cubicBezTo>
                  <a:cubicBezTo>
                    <a:pt x="1885794" y="14869"/>
                    <a:pt x="1881954" y="11974"/>
                    <a:pt x="1877595" y="12012"/>
                  </a:cubicBezTo>
                  <a:cubicBezTo>
                    <a:pt x="1854885" y="12211"/>
                    <a:pt x="1831241" y="12623"/>
                    <a:pt x="1807320" y="13235"/>
                  </a:cubicBezTo>
                  <a:cubicBezTo>
                    <a:pt x="1802005" y="13371"/>
                    <a:pt x="1797807" y="17789"/>
                    <a:pt x="1797943" y="23104"/>
                  </a:cubicBezTo>
                  <a:cubicBezTo>
                    <a:pt x="1798079" y="28418"/>
                    <a:pt x="1802498" y="32615"/>
                    <a:pt x="1807813" y="32479"/>
                  </a:cubicBezTo>
                  <a:cubicBezTo>
                    <a:pt x="1831627" y="31869"/>
                    <a:pt x="1855162" y="31460"/>
                    <a:pt x="1877764" y="31261"/>
                  </a:cubicBezTo>
                  <a:cubicBezTo>
                    <a:pt x="1878603" y="31254"/>
                    <a:pt x="1879438" y="31137"/>
                    <a:pt x="1880247" y="30914"/>
                  </a:cubicBezTo>
                  <a:close/>
                  <a:moveTo>
                    <a:pt x="1740049" y="34449"/>
                  </a:moveTo>
                  <a:cubicBezTo>
                    <a:pt x="1745172" y="33029"/>
                    <a:pt x="1748175" y="27725"/>
                    <a:pt x="1746755" y="22602"/>
                  </a:cubicBezTo>
                  <a:cubicBezTo>
                    <a:pt x="1745562" y="18295"/>
                    <a:pt x="1741561" y="15376"/>
                    <a:pt x="1737096" y="15554"/>
                  </a:cubicBezTo>
                  <a:cubicBezTo>
                    <a:pt x="1714410" y="16461"/>
                    <a:pt x="1690801" y="17553"/>
                    <a:pt x="1666926" y="18800"/>
                  </a:cubicBezTo>
                  <a:cubicBezTo>
                    <a:pt x="1661617" y="19072"/>
                    <a:pt x="1657533" y="23595"/>
                    <a:pt x="1657804" y="28904"/>
                  </a:cubicBezTo>
                  <a:cubicBezTo>
                    <a:pt x="1658076" y="34213"/>
                    <a:pt x="1662600" y="38296"/>
                    <a:pt x="1667909" y="38025"/>
                  </a:cubicBezTo>
                  <a:cubicBezTo>
                    <a:pt x="1667916" y="38025"/>
                    <a:pt x="1667924" y="38024"/>
                    <a:pt x="1667931" y="38024"/>
                  </a:cubicBezTo>
                  <a:cubicBezTo>
                    <a:pt x="1691728" y="36781"/>
                    <a:pt x="1715257" y="35692"/>
                    <a:pt x="1737865" y="34788"/>
                  </a:cubicBezTo>
                  <a:cubicBezTo>
                    <a:pt x="1738604" y="34759"/>
                    <a:pt x="1739336" y="34645"/>
                    <a:pt x="1740049" y="34449"/>
                  </a:cubicBezTo>
                  <a:close/>
                  <a:moveTo>
                    <a:pt x="1599989" y="41717"/>
                  </a:moveTo>
                  <a:cubicBezTo>
                    <a:pt x="1605112" y="40297"/>
                    <a:pt x="1608115" y="34993"/>
                    <a:pt x="1606694" y="29870"/>
                  </a:cubicBezTo>
                  <a:cubicBezTo>
                    <a:pt x="1605479" y="25485"/>
                    <a:pt x="1601358" y="22550"/>
                    <a:pt x="1596817" y="22834"/>
                  </a:cubicBezTo>
                  <a:cubicBezTo>
                    <a:pt x="1574321" y="24240"/>
                    <a:pt x="1550752" y="25821"/>
                    <a:pt x="1526766" y="27529"/>
                  </a:cubicBezTo>
                  <a:cubicBezTo>
                    <a:pt x="1521464" y="27906"/>
                    <a:pt x="1517471" y="32510"/>
                    <a:pt x="1517848" y="37812"/>
                  </a:cubicBezTo>
                  <a:cubicBezTo>
                    <a:pt x="1518226" y="43114"/>
                    <a:pt x="1522830" y="47107"/>
                    <a:pt x="1528133" y="46730"/>
                  </a:cubicBezTo>
                  <a:cubicBezTo>
                    <a:pt x="1552065" y="45026"/>
                    <a:pt x="1575578" y="43450"/>
                    <a:pt x="1598019" y="42045"/>
                  </a:cubicBezTo>
                  <a:cubicBezTo>
                    <a:pt x="1598685" y="42004"/>
                    <a:pt x="1599345" y="41894"/>
                    <a:pt x="1599989" y="41717"/>
                  </a:cubicBezTo>
                  <a:close/>
                  <a:moveTo>
                    <a:pt x="1460235" y="51632"/>
                  </a:moveTo>
                  <a:cubicBezTo>
                    <a:pt x="1465359" y="50211"/>
                    <a:pt x="1468360" y="44907"/>
                    <a:pt x="1466939" y="39784"/>
                  </a:cubicBezTo>
                  <a:cubicBezTo>
                    <a:pt x="1465708" y="35345"/>
                    <a:pt x="1461504" y="32401"/>
                    <a:pt x="1456912" y="32760"/>
                  </a:cubicBezTo>
                  <a:cubicBezTo>
                    <a:pt x="1434683" y="34500"/>
                    <a:pt x="1411143" y="36412"/>
                    <a:pt x="1386944" y="38442"/>
                  </a:cubicBezTo>
                  <a:cubicBezTo>
                    <a:pt x="1381646" y="38886"/>
                    <a:pt x="1377712" y="43541"/>
                    <a:pt x="1378156" y="48838"/>
                  </a:cubicBezTo>
                  <a:cubicBezTo>
                    <a:pt x="1378600" y="54135"/>
                    <a:pt x="1383255" y="58069"/>
                    <a:pt x="1388552" y="57625"/>
                  </a:cubicBezTo>
                  <a:cubicBezTo>
                    <a:pt x="1412718" y="55596"/>
                    <a:pt x="1436222" y="53688"/>
                    <a:pt x="1458415" y="51951"/>
                  </a:cubicBezTo>
                  <a:cubicBezTo>
                    <a:pt x="1459030" y="51903"/>
                    <a:pt x="1459640" y="51796"/>
                    <a:pt x="1460235" y="51632"/>
                  </a:cubicBezTo>
                  <a:close/>
                  <a:moveTo>
                    <a:pt x="1320267" y="63345"/>
                  </a:moveTo>
                  <a:cubicBezTo>
                    <a:pt x="1325391" y="61924"/>
                    <a:pt x="1328392" y="56619"/>
                    <a:pt x="1326971" y="51496"/>
                  </a:cubicBezTo>
                  <a:cubicBezTo>
                    <a:pt x="1325730" y="47023"/>
                    <a:pt x="1321474" y="44073"/>
                    <a:pt x="1316850" y="44480"/>
                  </a:cubicBezTo>
                  <a:cubicBezTo>
                    <a:pt x="1293531" y="46536"/>
                    <a:pt x="1270239" y="48624"/>
                    <a:pt x="1246975" y="50746"/>
                  </a:cubicBezTo>
                  <a:cubicBezTo>
                    <a:pt x="1241682" y="51238"/>
                    <a:pt x="1237789" y="55928"/>
                    <a:pt x="1238281" y="61221"/>
                  </a:cubicBezTo>
                  <a:cubicBezTo>
                    <a:pt x="1238772" y="66499"/>
                    <a:pt x="1243439" y="70387"/>
                    <a:pt x="1248720" y="69917"/>
                  </a:cubicBezTo>
                  <a:cubicBezTo>
                    <a:pt x="1271958" y="67803"/>
                    <a:pt x="1295232" y="65716"/>
                    <a:pt x="1318541" y="63656"/>
                  </a:cubicBezTo>
                  <a:cubicBezTo>
                    <a:pt x="1319125" y="63605"/>
                    <a:pt x="1319702" y="63500"/>
                    <a:pt x="1320267" y="63345"/>
                  </a:cubicBezTo>
                  <a:close/>
                  <a:moveTo>
                    <a:pt x="1180582" y="76022"/>
                  </a:moveTo>
                  <a:cubicBezTo>
                    <a:pt x="1185705" y="74601"/>
                    <a:pt x="1188707" y="69297"/>
                    <a:pt x="1187286" y="64174"/>
                  </a:cubicBezTo>
                  <a:cubicBezTo>
                    <a:pt x="1186041" y="59686"/>
                    <a:pt x="1181762" y="56733"/>
                    <a:pt x="1177124" y="57161"/>
                  </a:cubicBezTo>
                  <a:lnTo>
                    <a:pt x="1107292" y="63631"/>
                  </a:lnTo>
                  <a:cubicBezTo>
                    <a:pt x="1101998" y="64120"/>
                    <a:pt x="1098104" y="68808"/>
                    <a:pt x="1098594" y="74101"/>
                  </a:cubicBezTo>
                  <a:cubicBezTo>
                    <a:pt x="1099083" y="79394"/>
                    <a:pt x="1103771" y="83288"/>
                    <a:pt x="1109065" y="82799"/>
                  </a:cubicBezTo>
                  <a:lnTo>
                    <a:pt x="1178897" y="76329"/>
                  </a:lnTo>
                  <a:cubicBezTo>
                    <a:pt x="1179467" y="76277"/>
                    <a:pt x="1180031" y="76174"/>
                    <a:pt x="1180582" y="76022"/>
                  </a:cubicBezTo>
                  <a:close/>
                  <a:moveTo>
                    <a:pt x="1040914" y="88917"/>
                  </a:moveTo>
                  <a:cubicBezTo>
                    <a:pt x="1046037" y="87496"/>
                    <a:pt x="1049038" y="82192"/>
                    <a:pt x="1047618" y="77069"/>
                  </a:cubicBezTo>
                  <a:cubicBezTo>
                    <a:pt x="1046374" y="72586"/>
                    <a:pt x="1042102" y="69633"/>
                    <a:pt x="1037467" y="70055"/>
                  </a:cubicBezTo>
                  <a:cubicBezTo>
                    <a:pt x="1014055" y="72191"/>
                    <a:pt x="990780" y="74284"/>
                    <a:pt x="967643" y="76333"/>
                  </a:cubicBezTo>
                  <a:cubicBezTo>
                    <a:pt x="962348" y="76808"/>
                    <a:pt x="958441" y="81485"/>
                    <a:pt x="958916" y="86780"/>
                  </a:cubicBezTo>
                  <a:cubicBezTo>
                    <a:pt x="959390" y="92064"/>
                    <a:pt x="964051" y="95968"/>
                    <a:pt x="969337" y="95509"/>
                  </a:cubicBezTo>
                  <a:cubicBezTo>
                    <a:pt x="992486" y="93464"/>
                    <a:pt x="1015778" y="91369"/>
                    <a:pt x="1039215" y="89225"/>
                  </a:cubicBezTo>
                  <a:cubicBezTo>
                    <a:pt x="1039790" y="89173"/>
                    <a:pt x="1040358" y="89070"/>
                    <a:pt x="1040914" y="88917"/>
                  </a:cubicBezTo>
                  <a:close/>
                  <a:moveTo>
                    <a:pt x="901186" y="101218"/>
                  </a:moveTo>
                  <a:cubicBezTo>
                    <a:pt x="906309" y="99797"/>
                    <a:pt x="909310" y="94492"/>
                    <a:pt x="907889" y="89370"/>
                  </a:cubicBezTo>
                  <a:cubicBezTo>
                    <a:pt x="906652" y="84913"/>
                    <a:pt x="902421" y="81966"/>
                    <a:pt x="897812" y="82350"/>
                  </a:cubicBezTo>
                  <a:cubicBezTo>
                    <a:pt x="873111" y="84419"/>
                    <a:pt x="850263" y="86261"/>
                    <a:pt x="827963" y="87983"/>
                  </a:cubicBezTo>
                  <a:cubicBezTo>
                    <a:pt x="822663" y="88392"/>
                    <a:pt x="818697" y="93020"/>
                    <a:pt x="819107" y="98320"/>
                  </a:cubicBezTo>
                  <a:cubicBezTo>
                    <a:pt x="819516" y="103620"/>
                    <a:pt x="824144" y="107585"/>
                    <a:pt x="829445" y="107176"/>
                  </a:cubicBezTo>
                  <a:cubicBezTo>
                    <a:pt x="851787" y="105450"/>
                    <a:pt x="874676" y="103605"/>
                    <a:pt x="899417" y="101533"/>
                  </a:cubicBezTo>
                  <a:cubicBezTo>
                    <a:pt x="900015" y="101483"/>
                    <a:pt x="900607" y="101378"/>
                    <a:pt x="901186" y="101218"/>
                  </a:cubicBezTo>
                  <a:close/>
                  <a:moveTo>
                    <a:pt x="761324" y="111970"/>
                  </a:moveTo>
                  <a:cubicBezTo>
                    <a:pt x="766447" y="110550"/>
                    <a:pt x="769449" y="105246"/>
                    <a:pt x="768029" y="100123"/>
                  </a:cubicBezTo>
                  <a:cubicBezTo>
                    <a:pt x="766807" y="95717"/>
                    <a:pt x="762655" y="92779"/>
                    <a:pt x="758094" y="93091"/>
                  </a:cubicBezTo>
                  <a:cubicBezTo>
                    <a:pt x="733956" y="94746"/>
                    <a:pt x="710441" y="96233"/>
                    <a:pt x="688203" y="97507"/>
                  </a:cubicBezTo>
                  <a:cubicBezTo>
                    <a:pt x="682896" y="97818"/>
                    <a:pt x="678846" y="102373"/>
                    <a:pt x="679158" y="107680"/>
                  </a:cubicBezTo>
                  <a:cubicBezTo>
                    <a:pt x="679469" y="112975"/>
                    <a:pt x="684007" y="117021"/>
                    <a:pt x="689304" y="116725"/>
                  </a:cubicBezTo>
                  <a:cubicBezTo>
                    <a:pt x="711614" y="115446"/>
                    <a:pt x="735202" y="113956"/>
                    <a:pt x="759413" y="112295"/>
                  </a:cubicBezTo>
                  <a:cubicBezTo>
                    <a:pt x="760059" y="112251"/>
                    <a:pt x="760699" y="112142"/>
                    <a:pt x="761324" y="111970"/>
                  </a:cubicBezTo>
                  <a:close/>
                  <a:moveTo>
                    <a:pt x="621274" y="119924"/>
                  </a:moveTo>
                  <a:cubicBezTo>
                    <a:pt x="626398" y="118504"/>
                    <a:pt x="629401" y="113200"/>
                    <a:pt x="627981" y="108077"/>
                  </a:cubicBezTo>
                  <a:cubicBezTo>
                    <a:pt x="626785" y="103760"/>
                    <a:pt x="622769" y="100839"/>
                    <a:pt x="618293" y="101030"/>
                  </a:cubicBezTo>
                  <a:cubicBezTo>
                    <a:pt x="594139" y="102066"/>
                    <a:pt x="570614" y="102869"/>
                    <a:pt x="548369" y="103417"/>
                  </a:cubicBezTo>
                  <a:cubicBezTo>
                    <a:pt x="543054" y="103540"/>
                    <a:pt x="538846" y="107948"/>
                    <a:pt x="538969" y="113262"/>
                  </a:cubicBezTo>
                  <a:cubicBezTo>
                    <a:pt x="539092" y="118576"/>
                    <a:pt x="543500" y="122784"/>
                    <a:pt x="548815" y="122661"/>
                  </a:cubicBezTo>
                  <a:cubicBezTo>
                    <a:pt x="548824" y="122661"/>
                    <a:pt x="548834" y="122661"/>
                    <a:pt x="548844" y="122660"/>
                  </a:cubicBezTo>
                  <a:cubicBezTo>
                    <a:pt x="571204" y="122110"/>
                    <a:pt x="594848" y="121303"/>
                    <a:pt x="619118" y="120262"/>
                  </a:cubicBezTo>
                  <a:cubicBezTo>
                    <a:pt x="619847" y="120231"/>
                    <a:pt x="620570" y="120117"/>
                    <a:pt x="621274" y="119924"/>
                  </a:cubicBezTo>
                  <a:close/>
                  <a:moveTo>
                    <a:pt x="481039" y="123260"/>
                  </a:moveTo>
                  <a:cubicBezTo>
                    <a:pt x="486164" y="121843"/>
                    <a:pt x="489169" y="116540"/>
                    <a:pt x="487751" y="111417"/>
                  </a:cubicBezTo>
                  <a:cubicBezTo>
                    <a:pt x="486596" y="107241"/>
                    <a:pt x="482794" y="104351"/>
                    <a:pt x="478461" y="104357"/>
                  </a:cubicBezTo>
                  <a:cubicBezTo>
                    <a:pt x="454271" y="104387"/>
                    <a:pt x="430775" y="104077"/>
                    <a:pt x="408625" y="103437"/>
                  </a:cubicBezTo>
                  <a:cubicBezTo>
                    <a:pt x="403311" y="103283"/>
                    <a:pt x="398878" y="107466"/>
                    <a:pt x="398725" y="112779"/>
                  </a:cubicBezTo>
                  <a:cubicBezTo>
                    <a:pt x="398571" y="118093"/>
                    <a:pt x="402754" y="122525"/>
                    <a:pt x="408068" y="122678"/>
                  </a:cubicBezTo>
                  <a:cubicBezTo>
                    <a:pt x="430411" y="123325"/>
                    <a:pt x="454102" y="123637"/>
                    <a:pt x="478486" y="123606"/>
                  </a:cubicBezTo>
                  <a:cubicBezTo>
                    <a:pt x="479349" y="123606"/>
                    <a:pt x="480207" y="123489"/>
                    <a:pt x="481039" y="123260"/>
                  </a:cubicBezTo>
                  <a:close/>
                  <a:moveTo>
                    <a:pt x="340873" y="118985"/>
                  </a:moveTo>
                  <a:cubicBezTo>
                    <a:pt x="345998" y="117570"/>
                    <a:pt x="349006" y="112269"/>
                    <a:pt x="347590" y="107144"/>
                  </a:cubicBezTo>
                  <a:cubicBezTo>
                    <a:pt x="346503" y="103206"/>
                    <a:pt x="343048" y="100383"/>
                    <a:pt x="338972" y="100103"/>
                  </a:cubicBezTo>
                  <a:cubicBezTo>
                    <a:pt x="314708" y="98435"/>
                    <a:pt x="291405" y="96238"/>
                    <a:pt x="269709" y="93572"/>
                  </a:cubicBezTo>
                  <a:cubicBezTo>
                    <a:pt x="264433" y="92923"/>
                    <a:pt x="259629" y="96675"/>
                    <a:pt x="258981" y="101951"/>
                  </a:cubicBezTo>
                  <a:cubicBezTo>
                    <a:pt x="258332" y="107226"/>
                    <a:pt x="262084" y="112029"/>
                    <a:pt x="267360" y="112678"/>
                  </a:cubicBezTo>
                  <a:cubicBezTo>
                    <a:pt x="289396" y="115386"/>
                    <a:pt x="313046" y="117616"/>
                    <a:pt x="337651" y="119307"/>
                  </a:cubicBezTo>
                  <a:cubicBezTo>
                    <a:pt x="338736" y="119382"/>
                    <a:pt x="339825" y="119274"/>
                    <a:pt x="340873" y="118985"/>
                  </a:cubicBezTo>
                  <a:close/>
                  <a:moveTo>
                    <a:pt x="201932" y="101421"/>
                  </a:moveTo>
                  <a:cubicBezTo>
                    <a:pt x="207058" y="100009"/>
                    <a:pt x="210070" y="94710"/>
                    <a:pt x="208658" y="89584"/>
                  </a:cubicBezTo>
                  <a:cubicBezTo>
                    <a:pt x="207692" y="86078"/>
                    <a:pt x="204833" y="83415"/>
                    <a:pt x="201266" y="82701"/>
                  </a:cubicBezTo>
                  <a:cubicBezTo>
                    <a:pt x="178740" y="78277"/>
                    <a:pt x="156473" y="72622"/>
                    <a:pt x="134566" y="65763"/>
                  </a:cubicBezTo>
                  <a:cubicBezTo>
                    <a:pt x="129499" y="64152"/>
                    <a:pt x="124087" y="66954"/>
                    <a:pt x="122477" y="72020"/>
                  </a:cubicBezTo>
                  <a:cubicBezTo>
                    <a:pt x="122477" y="72020"/>
                    <a:pt x="122476" y="72020"/>
                    <a:pt x="122476" y="72021"/>
                  </a:cubicBezTo>
                  <a:cubicBezTo>
                    <a:pt x="120867" y="77086"/>
                    <a:pt x="123668" y="82498"/>
                    <a:pt x="128733" y="84109"/>
                  </a:cubicBezTo>
                  <a:cubicBezTo>
                    <a:pt x="151317" y="91182"/>
                    <a:pt x="174270" y="97014"/>
                    <a:pt x="197491" y="101577"/>
                  </a:cubicBezTo>
                  <a:cubicBezTo>
                    <a:pt x="198963" y="101874"/>
                    <a:pt x="200485" y="101820"/>
                    <a:pt x="201932" y="101421"/>
                  </a:cubicBezTo>
                  <a:close/>
                  <a:moveTo>
                    <a:pt x="69777" y="58007"/>
                  </a:moveTo>
                  <a:cubicBezTo>
                    <a:pt x="72364" y="57297"/>
                    <a:pt x="74535" y="55538"/>
                    <a:pt x="75765" y="53155"/>
                  </a:cubicBezTo>
                  <a:cubicBezTo>
                    <a:pt x="78210" y="48435"/>
                    <a:pt x="76366" y="42627"/>
                    <a:pt x="71646" y="40182"/>
                  </a:cubicBezTo>
                  <a:cubicBezTo>
                    <a:pt x="51823" y="30146"/>
                    <a:pt x="33416" y="17533"/>
                    <a:pt x="16901" y="2670"/>
                  </a:cubicBezTo>
                  <a:cubicBezTo>
                    <a:pt x="12989" y="-927"/>
                    <a:pt x="6900" y="-671"/>
                    <a:pt x="3303" y="3242"/>
                  </a:cubicBezTo>
                  <a:cubicBezTo>
                    <a:pt x="3302" y="3242"/>
                    <a:pt x="3301" y="3243"/>
                    <a:pt x="3301" y="3244"/>
                  </a:cubicBezTo>
                  <a:cubicBezTo>
                    <a:pt x="-296" y="7157"/>
                    <a:pt x="-40" y="13245"/>
                    <a:pt x="3873" y="16841"/>
                  </a:cubicBezTo>
                  <a:cubicBezTo>
                    <a:pt x="3874" y="16842"/>
                    <a:pt x="3874" y="16842"/>
                    <a:pt x="3875" y="16843"/>
                  </a:cubicBezTo>
                  <a:cubicBezTo>
                    <a:pt x="21643" y="32860"/>
                    <a:pt x="41454" y="46455"/>
                    <a:pt x="62790" y="57275"/>
                  </a:cubicBezTo>
                  <a:cubicBezTo>
                    <a:pt x="64943" y="58393"/>
                    <a:pt x="67439" y="58655"/>
                    <a:pt x="69777" y="5800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25"/>
            <p:cNvSpPr/>
            <p:nvPr/>
          </p:nvSpPr>
          <p:spPr>
            <a:xfrm>
              <a:off x="3572381" y="1090803"/>
              <a:ext cx="31620" cy="51389"/>
            </a:xfrm>
            <a:custGeom>
              <a:rect b="b" l="l" r="r" t="t"/>
              <a:pathLst>
                <a:path extrusionOk="0" h="51389" w="31620">
                  <a:moveTo>
                    <a:pt x="25305" y="51176"/>
                  </a:moveTo>
                  <a:cubicBezTo>
                    <a:pt x="25902" y="51011"/>
                    <a:pt x="26481" y="50790"/>
                    <a:pt x="27035" y="50514"/>
                  </a:cubicBezTo>
                  <a:cubicBezTo>
                    <a:pt x="31797" y="48150"/>
                    <a:pt x="33740" y="42374"/>
                    <a:pt x="31376" y="37613"/>
                  </a:cubicBezTo>
                  <a:cubicBezTo>
                    <a:pt x="26538" y="27835"/>
                    <a:pt x="22614" y="17631"/>
                    <a:pt x="19652" y="7131"/>
                  </a:cubicBezTo>
                  <a:cubicBezTo>
                    <a:pt x="18192" y="2025"/>
                    <a:pt x="12881" y="-942"/>
                    <a:pt x="7767" y="492"/>
                  </a:cubicBezTo>
                  <a:cubicBezTo>
                    <a:pt x="2653" y="1941"/>
                    <a:pt x="-319" y="7261"/>
                    <a:pt x="1128" y="12376"/>
                  </a:cubicBezTo>
                  <a:cubicBezTo>
                    <a:pt x="4414" y="24018"/>
                    <a:pt x="8767" y="35332"/>
                    <a:pt x="14132" y="46174"/>
                  </a:cubicBezTo>
                  <a:cubicBezTo>
                    <a:pt x="16181" y="50299"/>
                    <a:pt x="20864" y="52395"/>
                    <a:pt x="25305" y="511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25"/>
            <p:cNvSpPr/>
            <p:nvPr/>
          </p:nvSpPr>
          <p:spPr>
            <a:xfrm flipH="1" rot="-1220284">
              <a:off x="2534840" y="2154374"/>
              <a:ext cx="108769" cy="118317"/>
            </a:xfrm>
            <a:custGeom>
              <a:rect b="b" l="l" r="r" t="t"/>
              <a:pathLst>
                <a:path extrusionOk="0" h="118337" w="108787">
                  <a:moveTo>
                    <a:pt x="0" y="48281"/>
                  </a:moveTo>
                  <a:lnTo>
                    <a:pt x="96199" y="118337"/>
                  </a:lnTo>
                  <a:lnTo>
                    <a:pt x="108787" y="0"/>
                  </a:lnTo>
                  <a:lnTo>
                    <a:pt x="0" y="4828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8_1">
    <p:spTree>
      <p:nvGrpSpPr>
        <p:cNvPr id="317" name="Shape 317"/>
        <p:cNvGrpSpPr/>
        <p:nvPr/>
      </p:nvGrpSpPr>
      <p:grpSpPr>
        <a:xfrm>
          <a:off x="0" y="0"/>
          <a:ext cx="0" cy="0"/>
          <a:chOff x="0" y="0"/>
          <a:chExt cx="0" cy="0"/>
        </a:xfrm>
      </p:grpSpPr>
      <p:sp>
        <p:nvSpPr>
          <p:cNvPr id="318" name="Google Shape;318;p26"/>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319" name="Google Shape;319;p26"/>
          <p:cNvGrpSpPr/>
          <p:nvPr/>
        </p:nvGrpSpPr>
        <p:grpSpPr>
          <a:xfrm>
            <a:off x="-1768480" y="-1180884"/>
            <a:ext cx="11138246" cy="8934862"/>
            <a:chOff x="-1768480" y="-1180884"/>
            <a:chExt cx="11138246" cy="8934862"/>
          </a:xfrm>
        </p:grpSpPr>
        <p:sp>
          <p:nvSpPr>
            <p:cNvPr id="320" name="Google Shape;320;p26"/>
            <p:cNvSpPr/>
            <p:nvPr/>
          </p:nvSpPr>
          <p:spPr>
            <a:xfrm flipH="1" rot="2286057">
              <a:off x="-1202671" y="3608369"/>
              <a:ext cx="4063000" cy="3236928"/>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26"/>
            <p:cNvSpPr/>
            <p:nvPr/>
          </p:nvSpPr>
          <p:spPr>
            <a:xfrm rot="5400000">
              <a:off x="6173877" y="-809000"/>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2" name="Google Shape;322;p26"/>
          <p:cNvGrpSpPr/>
          <p:nvPr/>
        </p:nvGrpSpPr>
        <p:grpSpPr>
          <a:xfrm>
            <a:off x="-612251" y="1170306"/>
            <a:ext cx="10984005" cy="3511387"/>
            <a:chOff x="-612251" y="1170306"/>
            <a:chExt cx="10984005" cy="3511387"/>
          </a:xfrm>
        </p:grpSpPr>
        <p:grpSp>
          <p:nvGrpSpPr>
            <p:cNvPr id="323" name="Google Shape;323;p26"/>
            <p:cNvGrpSpPr/>
            <p:nvPr/>
          </p:nvGrpSpPr>
          <p:grpSpPr>
            <a:xfrm rot="4385336">
              <a:off x="7369472" y="1803433"/>
              <a:ext cx="2987494" cy="2245132"/>
              <a:chOff x="2928576" y="0"/>
              <a:chExt cx="2987361" cy="2245032"/>
            </a:xfrm>
          </p:grpSpPr>
          <p:sp>
            <p:nvSpPr>
              <p:cNvPr id="324" name="Google Shape;324;p26"/>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26"/>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26"/>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26"/>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8" name="Google Shape;328;p26"/>
            <p:cNvGrpSpPr/>
            <p:nvPr/>
          </p:nvGrpSpPr>
          <p:grpSpPr>
            <a:xfrm rot="-571922">
              <a:off x="-491394" y="2581627"/>
              <a:ext cx="1308743" cy="1568755"/>
              <a:chOff x="1112130" y="2868093"/>
              <a:chExt cx="1308734" cy="1568744"/>
            </a:xfrm>
          </p:grpSpPr>
          <p:sp>
            <p:nvSpPr>
              <p:cNvPr id="329" name="Google Shape;329;p26"/>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26"/>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8_1_1">
    <p:spTree>
      <p:nvGrpSpPr>
        <p:cNvPr id="331" name="Shape 331"/>
        <p:cNvGrpSpPr/>
        <p:nvPr/>
      </p:nvGrpSpPr>
      <p:grpSpPr>
        <a:xfrm>
          <a:off x="0" y="0"/>
          <a:ext cx="0" cy="0"/>
          <a:chOff x="0" y="0"/>
          <a:chExt cx="0" cy="0"/>
        </a:xfrm>
      </p:grpSpPr>
      <p:sp>
        <p:nvSpPr>
          <p:cNvPr id="332" name="Google Shape;332;p27"/>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333" name="Google Shape;333;p27"/>
          <p:cNvGrpSpPr/>
          <p:nvPr/>
        </p:nvGrpSpPr>
        <p:grpSpPr>
          <a:xfrm>
            <a:off x="-453000" y="-147312"/>
            <a:ext cx="10411471" cy="6920724"/>
            <a:chOff x="-453000" y="-147312"/>
            <a:chExt cx="10411471" cy="6920724"/>
          </a:xfrm>
        </p:grpSpPr>
        <p:sp>
          <p:nvSpPr>
            <p:cNvPr id="334" name="Google Shape;334;p27"/>
            <p:cNvSpPr/>
            <p:nvPr/>
          </p:nvSpPr>
          <p:spPr>
            <a:xfrm rot="5659504">
              <a:off x="6892302" y="1486239"/>
              <a:ext cx="4489366" cy="1308132"/>
            </a:xfrm>
            <a:custGeom>
              <a:rect b="b" l="l" r="r" t="t"/>
              <a:pathLst>
                <a:path extrusionOk="0" h="1096140" w="3761833">
                  <a:moveTo>
                    <a:pt x="9090" y="3822"/>
                  </a:moveTo>
                  <a:cubicBezTo>
                    <a:pt x="-10083" y="175599"/>
                    <a:pt x="3331" y="307043"/>
                    <a:pt x="31129" y="477637"/>
                  </a:cubicBezTo>
                  <a:cubicBezTo>
                    <a:pt x="58927" y="648231"/>
                    <a:pt x="178905" y="909908"/>
                    <a:pt x="312224" y="1019964"/>
                  </a:cubicBezTo>
                  <a:cubicBezTo>
                    <a:pt x="390683" y="1084733"/>
                    <a:pt x="556849" y="1112730"/>
                    <a:pt x="628390" y="979048"/>
                  </a:cubicBezTo>
                  <a:cubicBezTo>
                    <a:pt x="690268" y="863420"/>
                    <a:pt x="801014" y="570631"/>
                    <a:pt x="1076270" y="570631"/>
                  </a:cubicBezTo>
                  <a:cubicBezTo>
                    <a:pt x="1160981" y="570631"/>
                    <a:pt x="1249977" y="591298"/>
                    <a:pt x="1315135" y="645413"/>
                  </a:cubicBezTo>
                  <a:cubicBezTo>
                    <a:pt x="1421312" y="733595"/>
                    <a:pt x="1423738" y="900377"/>
                    <a:pt x="1516146" y="1002888"/>
                  </a:cubicBezTo>
                  <a:cubicBezTo>
                    <a:pt x="1613691" y="1111096"/>
                    <a:pt x="1786565" y="1116443"/>
                    <a:pt x="1922384" y="1063691"/>
                  </a:cubicBezTo>
                  <a:cubicBezTo>
                    <a:pt x="2058203" y="1010939"/>
                    <a:pt x="2170120" y="912326"/>
                    <a:pt x="2291486" y="831720"/>
                  </a:cubicBezTo>
                  <a:cubicBezTo>
                    <a:pt x="2478876" y="707264"/>
                    <a:pt x="2695531" y="621423"/>
                    <a:pt x="2852508" y="460316"/>
                  </a:cubicBezTo>
                  <a:cubicBezTo>
                    <a:pt x="2972951" y="336705"/>
                    <a:pt x="3054837" y="171952"/>
                    <a:pt x="3201913" y="81621"/>
                  </a:cubicBezTo>
                  <a:cubicBezTo>
                    <a:pt x="3365140" y="-18630"/>
                    <a:pt x="3571112" y="-4983"/>
                    <a:pt x="3761932" y="119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27"/>
            <p:cNvSpPr/>
            <p:nvPr/>
          </p:nvSpPr>
          <p:spPr>
            <a:xfrm rot="4899938">
              <a:off x="-1688557" y="3923312"/>
              <a:ext cx="4325532" cy="1240534"/>
            </a:xfrm>
            <a:custGeom>
              <a:rect b="b" l="l" r="r" t="t"/>
              <a:pathLst>
                <a:path extrusionOk="0" h="1042406" w="3634692">
                  <a:moveTo>
                    <a:pt x="3634790" y="1042516"/>
                  </a:moveTo>
                  <a:cubicBezTo>
                    <a:pt x="3573125" y="818914"/>
                    <a:pt x="3709822" y="522190"/>
                    <a:pt x="3307695" y="260599"/>
                  </a:cubicBezTo>
                  <a:cubicBezTo>
                    <a:pt x="2995313" y="57389"/>
                    <a:pt x="2442656" y="-94497"/>
                    <a:pt x="2108104" y="69701"/>
                  </a:cubicBezTo>
                  <a:cubicBezTo>
                    <a:pt x="2006183" y="119723"/>
                    <a:pt x="1906236" y="178511"/>
                    <a:pt x="1829753" y="262401"/>
                  </a:cubicBezTo>
                  <a:cubicBezTo>
                    <a:pt x="1722843" y="379663"/>
                    <a:pt x="1727126" y="406602"/>
                    <a:pt x="1644546" y="542092"/>
                  </a:cubicBezTo>
                  <a:cubicBezTo>
                    <a:pt x="1561967" y="677582"/>
                    <a:pt x="1424366" y="802811"/>
                    <a:pt x="1266327" y="788234"/>
                  </a:cubicBezTo>
                  <a:cubicBezTo>
                    <a:pt x="1198587" y="781987"/>
                    <a:pt x="1136104" y="750557"/>
                    <a:pt x="1075489" y="719686"/>
                  </a:cubicBezTo>
                  <a:cubicBezTo>
                    <a:pt x="970439" y="666184"/>
                    <a:pt x="865389" y="612682"/>
                    <a:pt x="760339" y="559180"/>
                  </a:cubicBezTo>
                  <a:cubicBezTo>
                    <a:pt x="614264" y="484785"/>
                    <a:pt x="448284" y="408466"/>
                    <a:pt x="292464" y="459399"/>
                  </a:cubicBezTo>
                  <a:cubicBezTo>
                    <a:pt x="106694" y="520121"/>
                    <a:pt x="20712" y="735316"/>
                    <a:pt x="97"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6" name="Google Shape;336;p27"/>
          <p:cNvGrpSpPr/>
          <p:nvPr/>
        </p:nvGrpSpPr>
        <p:grpSpPr>
          <a:xfrm>
            <a:off x="-1255862" y="-1530872"/>
            <a:ext cx="10531222" cy="6827852"/>
            <a:chOff x="-1255862" y="-1530872"/>
            <a:chExt cx="10531222" cy="6827852"/>
          </a:xfrm>
        </p:grpSpPr>
        <p:grpSp>
          <p:nvGrpSpPr>
            <p:cNvPr id="337" name="Google Shape;337;p27"/>
            <p:cNvGrpSpPr/>
            <p:nvPr/>
          </p:nvGrpSpPr>
          <p:grpSpPr>
            <a:xfrm flipH="1" rot="-2986404">
              <a:off x="-927824" y="-787933"/>
              <a:ext cx="2987767" cy="2245337"/>
              <a:chOff x="2928576" y="0"/>
              <a:chExt cx="2987361" cy="2245032"/>
            </a:xfrm>
          </p:grpSpPr>
          <p:sp>
            <p:nvSpPr>
              <p:cNvPr id="338" name="Google Shape;338;p27"/>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27"/>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27"/>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27"/>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2" name="Google Shape;342;p27"/>
            <p:cNvGrpSpPr/>
            <p:nvPr/>
          </p:nvGrpSpPr>
          <p:grpSpPr>
            <a:xfrm rot="-9843229">
              <a:off x="7776500" y="3578856"/>
              <a:ext cx="1308570" cy="1568548"/>
              <a:chOff x="1112130" y="2868093"/>
              <a:chExt cx="1308734" cy="1568744"/>
            </a:xfrm>
          </p:grpSpPr>
          <p:sp>
            <p:nvSpPr>
              <p:cNvPr id="343" name="Google Shape;343;p27"/>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27"/>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8_1_1_1">
    <p:spTree>
      <p:nvGrpSpPr>
        <p:cNvPr id="345" name="Shape 345"/>
        <p:cNvGrpSpPr/>
        <p:nvPr/>
      </p:nvGrpSpPr>
      <p:grpSpPr>
        <a:xfrm>
          <a:off x="0" y="0"/>
          <a:ext cx="0" cy="0"/>
          <a:chOff x="0" y="0"/>
          <a:chExt cx="0" cy="0"/>
        </a:xfrm>
      </p:grpSpPr>
      <p:sp>
        <p:nvSpPr>
          <p:cNvPr id="346" name="Google Shape;346;p28"/>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347" name="Google Shape;347;p28"/>
          <p:cNvGrpSpPr/>
          <p:nvPr/>
        </p:nvGrpSpPr>
        <p:grpSpPr>
          <a:xfrm>
            <a:off x="-118900" y="890445"/>
            <a:ext cx="11011607" cy="4798868"/>
            <a:chOff x="-118900" y="890445"/>
            <a:chExt cx="11011607" cy="4798868"/>
          </a:xfrm>
        </p:grpSpPr>
        <p:grpSp>
          <p:nvGrpSpPr>
            <p:cNvPr id="348" name="Google Shape;348;p28"/>
            <p:cNvGrpSpPr/>
            <p:nvPr/>
          </p:nvGrpSpPr>
          <p:grpSpPr>
            <a:xfrm flipH="1" rot="7536696">
              <a:off x="245452" y="3916184"/>
              <a:ext cx="1308762" cy="1568777"/>
              <a:chOff x="1112130" y="2868093"/>
              <a:chExt cx="1308734" cy="1568744"/>
            </a:xfrm>
          </p:grpSpPr>
          <p:sp>
            <p:nvSpPr>
              <p:cNvPr id="349" name="Google Shape;349;p28"/>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28"/>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1" name="Google Shape;351;p28"/>
            <p:cNvGrpSpPr/>
            <p:nvPr/>
          </p:nvGrpSpPr>
          <p:grpSpPr>
            <a:xfrm rot="-8298219">
              <a:off x="7536959" y="1599679"/>
              <a:ext cx="2987439" cy="2245090"/>
              <a:chOff x="2928576" y="0"/>
              <a:chExt cx="2987361" cy="2245032"/>
            </a:xfrm>
          </p:grpSpPr>
          <p:sp>
            <p:nvSpPr>
              <p:cNvPr id="352" name="Google Shape;352;p28"/>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28"/>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28"/>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28"/>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56" name="Google Shape;356;p28"/>
          <p:cNvGrpSpPr/>
          <p:nvPr/>
        </p:nvGrpSpPr>
        <p:grpSpPr>
          <a:xfrm>
            <a:off x="-1531329" y="-1695080"/>
            <a:ext cx="11745357" cy="9133226"/>
            <a:chOff x="-1531329" y="-1695080"/>
            <a:chExt cx="11745357" cy="9133226"/>
          </a:xfrm>
        </p:grpSpPr>
        <p:sp>
          <p:nvSpPr>
            <p:cNvPr id="357" name="Google Shape;357;p28"/>
            <p:cNvSpPr/>
            <p:nvPr/>
          </p:nvSpPr>
          <p:spPr>
            <a:xfrm rot="4573459">
              <a:off x="-2015474" y="-379834"/>
              <a:ext cx="5008025" cy="2931541"/>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28"/>
            <p:cNvSpPr/>
            <p:nvPr/>
          </p:nvSpPr>
          <p:spPr>
            <a:xfrm flipH="1" rot="673548">
              <a:off x="5870772" y="3833340"/>
              <a:ext cx="4066789" cy="3239947"/>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59" name="Shape 359"/>
        <p:cNvGrpSpPr/>
        <p:nvPr/>
      </p:nvGrpSpPr>
      <p:grpSpPr>
        <a:xfrm>
          <a:off x="0" y="0"/>
          <a:ext cx="0" cy="0"/>
          <a:chOff x="0" y="0"/>
          <a:chExt cx="0" cy="0"/>
        </a:xfrm>
      </p:grpSpPr>
      <p:grpSp>
        <p:nvGrpSpPr>
          <p:cNvPr id="360" name="Google Shape;360;p29"/>
          <p:cNvGrpSpPr/>
          <p:nvPr/>
        </p:nvGrpSpPr>
        <p:grpSpPr>
          <a:xfrm>
            <a:off x="-1330523" y="-495442"/>
            <a:ext cx="8035865" cy="6613570"/>
            <a:chOff x="-1330523" y="-495442"/>
            <a:chExt cx="8035865" cy="6613570"/>
          </a:xfrm>
        </p:grpSpPr>
        <p:grpSp>
          <p:nvGrpSpPr>
            <p:cNvPr id="361" name="Google Shape;361;p29"/>
            <p:cNvGrpSpPr/>
            <p:nvPr/>
          </p:nvGrpSpPr>
          <p:grpSpPr>
            <a:xfrm flipH="1" rot="-1751223">
              <a:off x="5097059" y="4329725"/>
              <a:ext cx="1308835" cy="1568865"/>
              <a:chOff x="1112130" y="2868093"/>
              <a:chExt cx="1308734" cy="1568744"/>
            </a:xfrm>
          </p:grpSpPr>
          <p:sp>
            <p:nvSpPr>
              <p:cNvPr id="362" name="Google Shape;362;p29"/>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29"/>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4" name="Google Shape;364;p29"/>
            <p:cNvGrpSpPr/>
            <p:nvPr/>
          </p:nvGrpSpPr>
          <p:grpSpPr>
            <a:xfrm flipH="1" rot="-3560511">
              <a:off x="-1096944" y="239310"/>
              <a:ext cx="2987274" cy="2244967"/>
              <a:chOff x="2928576" y="0"/>
              <a:chExt cx="2987361" cy="2245032"/>
            </a:xfrm>
          </p:grpSpPr>
          <p:sp>
            <p:nvSpPr>
              <p:cNvPr id="365" name="Google Shape;365;p29"/>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29"/>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29"/>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29"/>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69" name="Google Shape;369;p29"/>
          <p:cNvGrpSpPr/>
          <p:nvPr/>
        </p:nvGrpSpPr>
        <p:grpSpPr>
          <a:xfrm>
            <a:off x="-1940100" y="-964070"/>
            <a:ext cx="10644362" cy="6580402"/>
            <a:chOff x="-1940100" y="-964070"/>
            <a:chExt cx="10644362" cy="6580402"/>
          </a:xfrm>
        </p:grpSpPr>
        <p:sp>
          <p:nvSpPr>
            <p:cNvPr id="370" name="Google Shape;370;p29"/>
            <p:cNvSpPr/>
            <p:nvPr/>
          </p:nvSpPr>
          <p:spPr>
            <a:xfrm>
              <a:off x="3211984" y="-964070"/>
              <a:ext cx="5492278" cy="1600364"/>
            </a:xfrm>
            <a:custGeom>
              <a:rect b="b" l="l" r="r" t="t"/>
              <a:pathLst>
                <a:path extrusionOk="0" h="1096140" w="3761834">
                  <a:moveTo>
                    <a:pt x="3752939" y="3822"/>
                  </a:moveTo>
                  <a:cubicBezTo>
                    <a:pt x="3772112" y="175599"/>
                    <a:pt x="3758698" y="307043"/>
                    <a:pt x="3730900" y="477637"/>
                  </a:cubicBezTo>
                  <a:cubicBezTo>
                    <a:pt x="3703103" y="648232"/>
                    <a:pt x="3583124" y="909907"/>
                    <a:pt x="3449805" y="1019964"/>
                  </a:cubicBezTo>
                  <a:cubicBezTo>
                    <a:pt x="3371346" y="1084733"/>
                    <a:pt x="3205180" y="1112730"/>
                    <a:pt x="3133639" y="979048"/>
                  </a:cubicBezTo>
                  <a:cubicBezTo>
                    <a:pt x="3071761" y="863420"/>
                    <a:pt x="2961015" y="570631"/>
                    <a:pt x="2685760" y="570631"/>
                  </a:cubicBezTo>
                  <a:cubicBezTo>
                    <a:pt x="2601048" y="570631"/>
                    <a:pt x="2512053" y="591298"/>
                    <a:pt x="2446894" y="645413"/>
                  </a:cubicBezTo>
                  <a:cubicBezTo>
                    <a:pt x="2340717" y="733595"/>
                    <a:pt x="2338291" y="900377"/>
                    <a:pt x="2245882" y="1002888"/>
                  </a:cubicBezTo>
                  <a:cubicBezTo>
                    <a:pt x="2148339" y="1111096"/>
                    <a:pt x="1975464" y="1116443"/>
                    <a:pt x="1839645" y="1063691"/>
                  </a:cubicBezTo>
                  <a:cubicBezTo>
                    <a:pt x="1703826" y="1010939"/>
                    <a:pt x="1591909" y="912326"/>
                    <a:pt x="1470543" y="831720"/>
                  </a:cubicBezTo>
                  <a:cubicBezTo>
                    <a:pt x="1283153" y="707264"/>
                    <a:pt x="1066498" y="621423"/>
                    <a:pt x="909521" y="460316"/>
                  </a:cubicBezTo>
                  <a:cubicBezTo>
                    <a:pt x="789078" y="336705"/>
                    <a:pt x="707192" y="171952"/>
                    <a:pt x="560116" y="81621"/>
                  </a:cubicBezTo>
                  <a:cubicBezTo>
                    <a:pt x="396889" y="-18630"/>
                    <a:pt x="190917" y="-4983"/>
                    <a:pt x="97" y="119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29"/>
            <p:cNvSpPr/>
            <p:nvPr/>
          </p:nvSpPr>
          <p:spPr>
            <a:xfrm>
              <a:off x="-1940100" y="4094419"/>
              <a:ext cx="5306650" cy="1521913"/>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72" name="Google Shape;372;p29"/>
          <p:cNvSpPr txBox="1"/>
          <p:nvPr>
            <p:ph type="title"/>
          </p:nvPr>
        </p:nvSpPr>
        <p:spPr>
          <a:xfrm>
            <a:off x="1077563" y="587190"/>
            <a:ext cx="3340500" cy="8679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73" name="Google Shape;373;p29"/>
          <p:cNvSpPr txBox="1"/>
          <p:nvPr>
            <p:ph idx="1" type="subTitle"/>
          </p:nvPr>
        </p:nvSpPr>
        <p:spPr>
          <a:xfrm>
            <a:off x="1077526" y="1581540"/>
            <a:ext cx="3340500" cy="985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74" name="Google Shape;374;p29"/>
          <p:cNvSpPr txBox="1"/>
          <p:nvPr/>
        </p:nvSpPr>
        <p:spPr>
          <a:xfrm>
            <a:off x="1077550" y="3369225"/>
            <a:ext cx="3072300" cy="67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Roboto"/>
                <a:ea typeface="Roboto"/>
                <a:cs typeface="Roboto"/>
                <a:sym typeface="Roboto"/>
              </a:rPr>
              <a:t>CREDITS:</a:t>
            </a:r>
            <a:r>
              <a:rPr lang="en" sz="1000">
                <a:solidFill>
                  <a:schemeClr val="dk1"/>
                </a:solidFill>
                <a:latin typeface="Roboto"/>
                <a:ea typeface="Roboto"/>
                <a:cs typeface="Roboto"/>
                <a:sym typeface="Roboto"/>
              </a:rPr>
              <a:t> This presentation template was created by </a:t>
            </a:r>
            <a:r>
              <a:rPr b="1" lang="en" sz="1000" u="sng">
                <a:solidFill>
                  <a:schemeClr val="dk1"/>
                </a:solidFill>
                <a:latin typeface="Roboto"/>
                <a:ea typeface="Roboto"/>
                <a:cs typeface="Roboto"/>
                <a:sym typeface="Roboto"/>
                <a:hlinkClick r:id="rId2">
                  <a:extLst>
                    <a:ext uri="{A12FA001-AC4F-418D-AE19-62706E023703}">
                      <ahyp:hlinkClr val="tx"/>
                    </a:ext>
                  </a:extLst>
                </a:hlinkClick>
              </a:rPr>
              <a:t>Slidesgo</a:t>
            </a:r>
            <a:r>
              <a:rPr lang="en" sz="1000">
                <a:solidFill>
                  <a:schemeClr val="dk1"/>
                </a:solidFill>
                <a:latin typeface="Roboto"/>
                <a:ea typeface="Roboto"/>
                <a:cs typeface="Roboto"/>
                <a:sym typeface="Roboto"/>
              </a:rPr>
              <a:t>, and includes icons by </a:t>
            </a:r>
            <a:r>
              <a:rPr b="1" lang="en" sz="1000" u="sng">
                <a:solidFill>
                  <a:schemeClr val="dk1"/>
                </a:solidFill>
                <a:latin typeface="Roboto"/>
                <a:ea typeface="Roboto"/>
                <a:cs typeface="Roboto"/>
                <a:sym typeface="Roboto"/>
                <a:hlinkClick r:id="rId3">
                  <a:extLst>
                    <a:ext uri="{A12FA001-AC4F-418D-AE19-62706E023703}">
                      <ahyp:hlinkClr val="tx"/>
                    </a:ext>
                  </a:extLst>
                </a:hlinkClick>
              </a:rPr>
              <a:t>Flaticon</a:t>
            </a:r>
            <a:r>
              <a:rPr lang="en" sz="1000">
                <a:solidFill>
                  <a:schemeClr val="dk1"/>
                </a:solidFill>
                <a:latin typeface="Roboto"/>
                <a:ea typeface="Roboto"/>
                <a:cs typeface="Roboto"/>
                <a:sym typeface="Roboto"/>
              </a:rPr>
              <a:t>, and infographics &amp; images by </a:t>
            </a:r>
            <a:r>
              <a:rPr b="1" lang="en" sz="1000" u="sng">
                <a:solidFill>
                  <a:schemeClr val="dk1"/>
                </a:solidFill>
                <a:latin typeface="Roboto"/>
                <a:ea typeface="Roboto"/>
                <a:cs typeface="Roboto"/>
                <a:sym typeface="Roboto"/>
                <a:hlinkClick r:id="rId4">
                  <a:extLst>
                    <a:ext uri="{A12FA001-AC4F-418D-AE19-62706E023703}">
                      <ahyp:hlinkClr val="tx"/>
                    </a:ext>
                  </a:extLst>
                </a:hlinkClick>
              </a:rPr>
              <a:t>Freepik</a:t>
            </a:r>
            <a:r>
              <a:rPr lang="en" sz="1000">
                <a:solidFill>
                  <a:schemeClr val="dk1"/>
                </a:solidFill>
                <a:latin typeface="Roboto"/>
                <a:ea typeface="Roboto"/>
                <a:cs typeface="Roboto"/>
                <a:sym typeface="Roboto"/>
              </a:rPr>
              <a:t> </a:t>
            </a:r>
            <a:endParaRPr sz="1000">
              <a:solidFill>
                <a:schemeClr val="dk1"/>
              </a:solidFill>
              <a:latin typeface="Roboto"/>
              <a:ea typeface="Roboto"/>
              <a:cs typeface="Roboto"/>
              <a:sym typeface="Robot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75" name="Shape 375"/>
        <p:cNvGrpSpPr/>
        <p:nvPr/>
      </p:nvGrpSpPr>
      <p:grpSpPr>
        <a:xfrm>
          <a:off x="0" y="0"/>
          <a:ext cx="0" cy="0"/>
          <a:chOff x="0" y="0"/>
          <a:chExt cx="0" cy="0"/>
        </a:xfrm>
      </p:grpSpPr>
      <p:grpSp>
        <p:nvGrpSpPr>
          <p:cNvPr id="376" name="Google Shape;376;p30"/>
          <p:cNvGrpSpPr/>
          <p:nvPr/>
        </p:nvGrpSpPr>
        <p:grpSpPr>
          <a:xfrm>
            <a:off x="-1768480" y="-1180884"/>
            <a:ext cx="11138246" cy="8934862"/>
            <a:chOff x="-1768480" y="-1180884"/>
            <a:chExt cx="11138246" cy="8934862"/>
          </a:xfrm>
        </p:grpSpPr>
        <p:sp>
          <p:nvSpPr>
            <p:cNvPr id="377" name="Google Shape;377;p30"/>
            <p:cNvSpPr/>
            <p:nvPr/>
          </p:nvSpPr>
          <p:spPr>
            <a:xfrm flipH="1" rot="2286057">
              <a:off x="-1202671" y="3608369"/>
              <a:ext cx="4063000" cy="3236928"/>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30"/>
            <p:cNvSpPr/>
            <p:nvPr/>
          </p:nvSpPr>
          <p:spPr>
            <a:xfrm rot="5400000">
              <a:off x="6173877" y="-809000"/>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9" name="Google Shape;379;p30"/>
          <p:cNvGrpSpPr/>
          <p:nvPr/>
        </p:nvGrpSpPr>
        <p:grpSpPr>
          <a:xfrm>
            <a:off x="-612251" y="1170306"/>
            <a:ext cx="10984005" cy="3511387"/>
            <a:chOff x="-612251" y="1170306"/>
            <a:chExt cx="10984005" cy="3511387"/>
          </a:xfrm>
        </p:grpSpPr>
        <p:grpSp>
          <p:nvGrpSpPr>
            <p:cNvPr id="380" name="Google Shape;380;p30"/>
            <p:cNvGrpSpPr/>
            <p:nvPr/>
          </p:nvGrpSpPr>
          <p:grpSpPr>
            <a:xfrm rot="4385336">
              <a:off x="7369472" y="1803433"/>
              <a:ext cx="2987494" cy="2245132"/>
              <a:chOff x="2928576" y="0"/>
              <a:chExt cx="2987361" cy="2245032"/>
            </a:xfrm>
          </p:grpSpPr>
          <p:sp>
            <p:nvSpPr>
              <p:cNvPr id="381" name="Google Shape;381;p30"/>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30"/>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30"/>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30"/>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5" name="Google Shape;385;p30"/>
            <p:cNvGrpSpPr/>
            <p:nvPr/>
          </p:nvGrpSpPr>
          <p:grpSpPr>
            <a:xfrm rot="-571922">
              <a:off x="-491394" y="2581627"/>
              <a:ext cx="1308743" cy="1568755"/>
              <a:chOff x="1112130" y="2868093"/>
              <a:chExt cx="1308734" cy="1568744"/>
            </a:xfrm>
          </p:grpSpPr>
          <p:sp>
            <p:nvSpPr>
              <p:cNvPr id="386" name="Google Shape;386;p30"/>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30"/>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88" name="Shape 388"/>
        <p:cNvGrpSpPr/>
        <p:nvPr/>
      </p:nvGrpSpPr>
      <p:grpSpPr>
        <a:xfrm>
          <a:off x="0" y="0"/>
          <a:ext cx="0" cy="0"/>
          <a:chOff x="0" y="0"/>
          <a:chExt cx="0" cy="0"/>
        </a:xfrm>
      </p:grpSpPr>
      <p:grpSp>
        <p:nvGrpSpPr>
          <p:cNvPr id="389" name="Google Shape;389;p31"/>
          <p:cNvGrpSpPr/>
          <p:nvPr/>
        </p:nvGrpSpPr>
        <p:grpSpPr>
          <a:xfrm>
            <a:off x="-118900" y="890445"/>
            <a:ext cx="11011607" cy="4798868"/>
            <a:chOff x="-118900" y="890445"/>
            <a:chExt cx="11011607" cy="4798868"/>
          </a:xfrm>
        </p:grpSpPr>
        <p:grpSp>
          <p:nvGrpSpPr>
            <p:cNvPr id="390" name="Google Shape;390;p31"/>
            <p:cNvGrpSpPr/>
            <p:nvPr/>
          </p:nvGrpSpPr>
          <p:grpSpPr>
            <a:xfrm flipH="1" rot="7536696">
              <a:off x="245452" y="3916184"/>
              <a:ext cx="1308762" cy="1568777"/>
              <a:chOff x="1112130" y="2868093"/>
              <a:chExt cx="1308734" cy="1568744"/>
            </a:xfrm>
          </p:grpSpPr>
          <p:sp>
            <p:nvSpPr>
              <p:cNvPr id="391" name="Google Shape;391;p31"/>
              <p:cNvSpPr/>
              <p:nvPr/>
            </p:nvSpPr>
            <p:spPr>
              <a:xfrm>
                <a:off x="1112130" y="292690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31"/>
              <p:cNvSpPr/>
              <p:nvPr/>
            </p:nvSpPr>
            <p:spPr>
              <a:xfrm>
                <a:off x="2276430" y="286809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3" name="Google Shape;393;p31"/>
            <p:cNvGrpSpPr/>
            <p:nvPr/>
          </p:nvGrpSpPr>
          <p:grpSpPr>
            <a:xfrm rot="-8298219">
              <a:off x="7536959" y="1599679"/>
              <a:ext cx="2987439" cy="2245090"/>
              <a:chOff x="2928576" y="0"/>
              <a:chExt cx="2987361" cy="2245032"/>
            </a:xfrm>
          </p:grpSpPr>
          <p:sp>
            <p:nvSpPr>
              <p:cNvPr id="394" name="Google Shape;394;p31"/>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31"/>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31"/>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31"/>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98" name="Google Shape;398;p31"/>
          <p:cNvGrpSpPr/>
          <p:nvPr/>
        </p:nvGrpSpPr>
        <p:grpSpPr>
          <a:xfrm>
            <a:off x="-1531329" y="-1695080"/>
            <a:ext cx="11745357" cy="9133226"/>
            <a:chOff x="-1531329" y="-1695080"/>
            <a:chExt cx="11745357" cy="9133226"/>
          </a:xfrm>
        </p:grpSpPr>
        <p:sp>
          <p:nvSpPr>
            <p:cNvPr id="399" name="Google Shape;399;p31"/>
            <p:cNvSpPr/>
            <p:nvPr/>
          </p:nvSpPr>
          <p:spPr>
            <a:xfrm rot="4573459">
              <a:off x="-2015474" y="-379834"/>
              <a:ext cx="5008025" cy="2931541"/>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31"/>
            <p:cNvSpPr/>
            <p:nvPr/>
          </p:nvSpPr>
          <p:spPr>
            <a:xfrm flipH="1" rot="673548">
              <a:off x="5870772" y="3833340"/>
              <a:ext cx="4066789" cy="3239947"/>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397909"/>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1pPr>
            <a:lvl2pPr lvl="1"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2pPr>
            <a:lvl3pPr lvl="2"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3pPr>
            <a:lvl4pPr lvl="3"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4pPr>
            <a:lvl5pPr lvl="4"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5pPr>
            <a:lvl6pPr lvl="5"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6pPr>
            <a:lvl7pPr lvl="6"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7pPr>
            <a:lvl8pPr lvl="7"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8pPr>
            <a:lvl9pPr lvl="8" rtl="0">
              <a:spcBef>
                <a:spcPts val="0"/>
              </a:spcBef>
              <a:spcAft>
                <a:spcPts val="0"/>
              </a:spcAft>
              <a:buClr>
                <a:schemeClr val="dk1"/>
              </a:buClr>
              <a:buSzPts val="3300"/>
              <a:buFont typeface="Rambla"/>
              <a:buNone/>
              <a:defRPr b="1" sz="3300">
                <a:solidFill>
                  <a:schemeClr val="dk1"/>
                </a:solidFill>
                <a:latin typeface="Rambla"/>
                <a:ea typeface="Rambla"/>
                <a:cs typeface="Rambla"/>
                <a:sym typeface="Rambl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hyperlink" Target="http://usaspending.gov"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2"/>
          <p:cNvSpPr txBox="1"/>
          <p:nvPr>
            <p:ph type="ctrTitle"/>
          </p:nvPr>
        </p:nvSpPr>
        <p:spPr>
          <a:xfrm>
            <a:off x="640492" y="355250"/>
            <a:ext cx="8423100" cy="152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&amp; Predicting Federal Budget Cuts</a:t>
            </a:r>
            <a:endParaRPr/>
          </a:p>
        </p:txBody>
      </p:sp>
      <p:sp>
        <p:nvSpPr>
          <p:cNvPr id="406" name="Google Shape;406;p32"/>
          <p:cNvSpPr txBox="1"/>
          <p:nvPr>
            <p:ph idx="1" type="subTitle"/>
          </p:nvPr>
        </p:nvSpPr>
        <p:spPr>
          <a:xfrm>
            <a:off x="413125" y="2560075"/>
            <a:ext cx="3775500" cy="66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Section 1 </a:t>
            </a:r>
            <a:r>
              <a:rPr b="1" lang="en"/>
              <a:t>Group 10</a:t>
            </a:r>
            <a:r>
              <a:rPr lang="en"/>
              <a:t>: </a:t>
            </a:r>
            <a:r>
              <a:rPr lang="en"/>
              <a:t>Xiyuan (Sophia) Shen, Alyssa Albritton, Azreen Anwar, Duaa Alzouby, Timothy Baldwin </a:t>
            </a:r>
            <a:endParaRPr/>
          </a:p>
        </p:txBody>
      </p:sp>
      <p:grpSp>
        <p:nvGrpSpPr>
          <p:cNvPr id="407" name="Google Shape;407;p32"/>
          <p:cNvGrpSpPr/>
          <p:nvPr/>
        </p:nvGrpSpPr>
        <p:grpSpPr>
          <a:xfrm>
            <a:off x="-1420527" y="-823675"/>
            <a:ext cx="10937569" cy="6612936"/>
            <a:chOff x="-1420527" y="-823675"/>
            <a:chExt cx="10937569" cy="6612936"/>
          </a:xfrm>
        </p:grpSpPr>
        <p:sp>
          <p:nvSpPr>
            <p:cNvPr id="408" name="Google Shape;408;p32"/>
            <p:cNvSpPr/>
            <p:nvPr/>
          </p:nvSpPr>
          <p:spPr>
            <a:xfrm>
              <a:off x="-1420527" y="2859596"/>
              <a:ext cx="5004819" cy="2929665"/>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32"/>
            <p:cNvSpPr/>
            <p:nvPr/>
          </p:nvSpPr>
          <p:spPr>
            <a:xfrm>
              <a:off x="2583662" y="-823675"/>
              <a:ext cx="6933380" cy="3174988"/>
            </a:xfrm>
            <a:custGeom>
              <a:rect b="b" l="l" r="r" t="t"/>
              <a:pathLst>
                <a:path extrusionOk="0" h="2382730" w="5203287">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10" name="Google Shape;410;p32"/>
          <p:cNvGrpSpPr/>
          <p:nvPr/>
        </p:nvGrpSpPr>
        <p:grpSpPr>
          <a:xfrm>
            <a:off x="3789825" y="1882530"/>
            <a:ext cx="5168253" cy="3076440"/>
            <a:chOff x="3702149" y="1767771"/>
            <a:chExt cx="5168253" cy="3076440"/>
          </a:xfrm>
        </p:grpSpPr>
        <p:grpSp>
          <p:nvGrpSpPr>
            <p:cNvPr id="411" name="Google Shape;411;p32"/>
            <p:cNvGrpSpPr/>
            <p:nvPr/>
          </p:nvGrpSpPr>
          <p:grpSpPr>
            <a:xfrm rot="-1089589">
              <a:off x="3796566" y="3734813"/>
              <a:ext cx="1407020" cy="830742"/>
              <a:chOff x="4778337" y="5141250"/>
              <a:chExt cx="1335335" cy="788417"/>
            </a:xfrm>
          </p:grpSpPr>
          <p:sp>
            <p:nvSpPr>
              <p:cNvPr id="412" name="Google Shape;412;p32"/>
              <p:cNvSpPr/>
              <p:nvPr/>
            </p:nvSpPr>
            <p:spPr>
              <a:xfrm>
                <a:off x="4778337" y="5141250"/>
                <a:ext cx="1335334" cy="787760"/>
              </a:xfrm>
              <a:custGeom>
                <a:rect b="b" l="l" r="r" t="t"/>
                <a:pathLst>
                  <a:path extrusionOk="0" h="1029752" w="1745534">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32"/>
              <p:cNvSpPr/>
              <p:nvPr/>
            </p:nvSpPr>
            <p:spPr>
              <a:xfrm>
                <a:off x="5204163" y="5142875"/>
                <a:ext cx="102221" cy="324991"/>
              </a:xfrm>
              <a:custGeom>
                <a:rect b="b" l="l" r="r" t="t"/>
                <a:pathLst>
                  <a:path extrusionOk="0" h="424825" w="133622">
                    <a:moveTo>
                      <a:pt x="133534" y="418484"/>
                    </a:moveTo>
                    <a:lnTo>
                      <a:pt x="23088" y="953"/>
                    </a:lnTo>
                    <a:cubicBezTo>
                      <a:pt x="15344" y="333"/>
                      <a:pt x="7606" y="-262"/>
                      <a:pt x="-89" y="-728"/>
                    </a:cubicBezTo>
                    <a:lnTo>
                      <a:pt x="112286" y="42409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32"/>
              <p:cNvSpPr/>
              <p:nvPr/>
            </p:nvSpPr>
            <p:spPr>
              <a:xfrm>
                <a:off x="4817422" y="5352727"/>
                <a:ext cx="187330" cy="134330"/>
              </a:xfrm>
              <a:custGeom>
                <a:rect b="b" l="l" r="r" t="t"/>
                <a:pathLst>
                  <a:path extrusionOk="0" h="175595" w="244876">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32"/>
              <p:cNvSpPr/>
              <p:nvPr/>
            </p:nvSpPr>
            <p:spPr>
              <a:xfrm>
                <a:off x="5205180" y="5554833"/>
                <a:ext cx="365072" cy="278678"/>
              </a:xfrm>
              <a:custGeom>
                <a:rect b="b" l="l" r="r" t="t"/>
                <a:pathLst>
                  <a:path extrusionOk="0" h="364285" w="477218">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32"/>
              <p:cNvSpPr/>
              <p:nvPr/>
            </p:nvSpPr>
            <p:spPr>
              <a:xfrm>
                <a:off x="5728282" y="5315912"/>
                <a:ext cx="66602" cy="325390"/>
              </a:xfrm>
              <a:custGeom>
                <a:rect b="b" l="l" r="r" t="t"/>
                <a:pathLst>
                  <a:path extrusionOk="0" h="425347" w="87062">
                    <a:moveTo>
                      <a:pt x="86974" y="421286"/>
                    </a:moveTo>
                    <a:lnTo>
                      <a:pt x="24541" y="14862"/>
                    </a:lnTo>
                    <a:cubicBezTo>
                      <a:pt x="16387" y="9574"/>
                      <a:pt x="8162" y="4400"/>
                      <a:pt x="-89" y="-728"/>
                    </a:cubicBezTo>
                    <a:lnTo>
                      <a:pt x="65250" y="42462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32"/>
              <p:cNvSpPr/>
              <p:nvPr/>
            </p:nvSpPr>
            <p:spPr>
              <a:xfrm>
                <a:off x="5642170" y="5695733"/>
                <a:ext cx="322891" cy="233935"/>
              </a:xfrm>
              <a:custGeom>
                <a:rect b="b" l="l" r="r" t="t"/>
                <a:pathLst>
                  <a:path extrusionOk="0" h="305797" w="422080">
                    <a:moveTo>
                      <a:pt x="421991" y="16860"/>
                    </a:moveTo>
                    <a:lnTo>
                      <a:pt x="408822" y="-728"/>
                    </a:lnTo>
                    <a:lnTo>
                      <a:pt x="-89" y="305069"/>
                    </a:lnTo>
                    <a:cubicBezTo>
                      <a:pt x="12556" y="304979"/>
                      <a:pt x="25200" y="304669"/>
                      <a:pt x="37842" y="30413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32"/>
              <p:cNvSpPr/>
              <p:nvPr/>
            </p:nvSpPr>
            <p:spPr>
              <a:xfrm>
                <a:off x="4779643" y="5272811"/>
                <a:ext cx="1334029" cy="490484"/>
              </a:xfrm>
              <a:custGeom>
                <a:rect b="b" l="l" r="r" t="t"/>
                <a:pathLst>
                  <a:path extrusionOk="0" h="641156" w="1743829">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19" name="Google Shape;419;p32"/>
            <p:cNvGrpSpPr/>
            <p:nvPr/>
          </p:nvGrpSpPr>
          <p:grpSpPr>
            <a:xfrm rot="-359516">
              <a:off x="4172069" y="3301439"/>
              <a:ext cx="1105211" cy="1193263"/>
              <a:chOff x="4921769" y="3642162"/>
              <a:chExt cx="1048829" cy="1132389"/>
            </a:xfrm>
          </p:grpSpPr>
          <p:sp>
            <p:nvSpPr>
              <p:cNvPr id="420" name="Google Shape;420;p32"/>
              <p:cNvSpPr/>
              <p:nvPr/>
            </p:nvSpPr>
            <p:spPr>
              <a:xfrm>
                <a:off x="4921769" y="3642162"/>
                <a:ext cx="1048829" cy="1132378"/>
              </a:xfrm>
              <a:custGeom>
                <a:rect b="b" l="l" r="r" t="t"/>
                <a:pathLst>
                  <a:path extrusionOk="0" h="1480233" w="1371018">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32"/>
              <p:cNvSpPr/>
              <p:nvPr/>
            </p:nvSpPr>
            <p:spPr>
              <a:xfrm>
                <a:off x="4938097" y="3651132"/>
                <a:ext cx="976193" cy="1123419"/>
              </a:xfrm>
              <a:custGeom>
                <a:rect b="b" l="l" r="r" t="t"/>
                <a:pathLst>
                  <a:path extrusionOk="0" h="1468522" w="1276069">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32"/>
              <p:cNvSpPr/>
              <p:nvPr/>
            </p:nvSpPr>
            <p:spPr>
              <a:xfrm>
                <a:off x="4965616" y="4023850"/>
                <a:ext cx="307717" cy="85969"/>
              </a:xfrm>
              <a:custGeom>
                <a:rect b="b" l="l" r="r" t="t"/>
                <a:pathLst>
                  <a:path extrusionOk="0" h="112378" w="402245">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32"/>
              <p:cNvSpPr/>
              <p:nvPr/>
            </p:nvSpPr>
            <p:spPr>
              <a:xfrm>
                <a:off x="5461021" y="3802587"/>
                <a:ext cx="170353" cy="469223"/>
              </a:xfrm>
              <a:custGeom>
                <a:rect b="b" l="l" r="r" t="t"/>
                <a:pathLst>
                  <a:path extrusionOk="0" h="613364" w="222684">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24" name="Google Shape;424;p32"/>
              <p:cNvGrpSpPr/>
              <p:nvPr/>
            </p:nvGrpSpPr>
            <p:grpSpPr>
              <a:xfrm>
                <a:off x="5242608" y="4480691"/>
                <a:ext cx="420919" cy="42073"/>
                <a:chOff x="2422386" y="2810148"/>
                <a:chExt cx="549503" cy="54926"/>
              </a:xfrm>
            </p:grpSpPr>
            <p:sp>
              <p:nvSpPr>
                <p:cNvPr id="425" name="Google Shape;425;p32"/>
                <p:cNvSpPr/>
                <p:nvPr/>
              </p:nvSpPr>
              <p:spPr>
                <a:xfrm>
                  <a:off x="2423063" y="2850164"/>
                  <a:ext cx="16318" cy="14910"/>
                </a:xfrm>
                <a:custGeom>
                  <a:rect b="b" l="l" r="r" t="t"/>
                  <a:pathLst>
                    <a:path extrusionOk="0" h="14910" w="16318">
                      <a:moveTo>
                        <a:pt x="600" y="14183"/>
                      </a:moveTo>
                      <a:lnTo>
                        <a:pt x="16230" y="13459"/>
                      </a:lnTo>
                      <a:cubicBezTo>
                        <a:pt x="10700" y="8781"/>
                        <a:pt x="5325" y="4016"/>
                        <a:pt x="-89" y="-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32"/>
                <p:cNvSpPr/>
                <p:nvPr/>
              </p:nvSpPr>
              <p:spPr>
                <a:xfrm>
                  <a:off x="2422386" y="2810148"/>
                  <a:ext cx="549503" cy="54203"/>
                </a:xfrm>
                <a:custGeom>
                  <a:rect b="b" l="l" r="r" t="t"/>
                  <a:pathLst>
                    <a:path extrusionOk="0" h="54203" w="549503">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27" name="Google Shape;427;p32"/>
            <p:cNvGrpSpPr/>
            <p:nvPr/>
          </p:nvGrpSpPr>
          <p:grpSpPr>
            <a:xfrm flipH="1" rot="-736122">
              <a:off x="7494951" y="2644925"/>
              <a:ext cx="1105113" cy="1193158"/>
              <a:chOff x="4921769" y="3642162"/>
              <a:chExt cx="1048829" cy="1132389"/>
            </a:xfrm>
          </p:grpSpPr>
          <p:sp>
            <p:nvSpPr>
              <p:cNvPr id="428" name="Google Shape;428;p32"/>
              <p:cNvSpPr/>
              <p:nvPr/>
            </p:nvSpPr>
            <p:spPr>
              <a:xfrm>
                <a:off x="4921769" y="3642162"/>
                <a:ext cx="1048829" cy="1132378"/>
              </a:xfrm>
              <a:custGeom>
                <a:rect b="b" l="l" r="r" t="t"/>
                <a:pathLst>
                  <a:path extrusionOk="0" h="1480233" w="1371018">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32"/>
              <p:cNvSpPr/>
              <p:nvPr/>
            </p:nvSpPr>
            <p:spPr>
              <a:xfrm>
                <a:off x="4938097" y="3651132"/>
                <a:ext cx="976193" cy="1123419"/>
              </a:xfrm>
              <a:custGeom>
                <a:rect b="b" l="l" r="r" t="t"/>
                <a:pathLst>
                  <a:path extrusionOk="0" h="1468522" w="1276069">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32"/>
              <p:cNvSpPr/>
              <p:nvPr/>
            </p:nvSpPr>
            <p:spPr>
              <a:xfrm>
                <a:off x="4965616" y="4023850"/>
                <a:ext cx="307717" cy="85969"/>
              </a:xfrm>
              <a:custGeom>
                <a:rect b="b" l="l" r="r" t="t"/>
                <a:pathLst>
                  <a:path extrusionOk="0" h="112378" w="402245">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32"/>
              <p:cNvSpPr/>
              <p:nvPr/>
            </p:nvSpPr>
            <p:spPr>
              <a:xfrm>
                <a:off x="5461021" y="3802587"/>
                <a:ext cx="170353" cy="469223"/>
              </a:xfrm>
              <a:custGeom>
                <a:rect b="b" l="l" r="r" t="t"/>
                <a:pathLst>
                  <a:path extrusionOk="0" h="613364" w="222684">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32" name="Google Shape;432;p32"/>
              <p:cNvGrpSpPr/>
              <p:nvPr/>
            </p:nvGrpSpPr>
            <p:grpSpPr>
              <a:xfrm>
                <a:off x="5242608" y="4480691"/>
                <a:ext cx="420919" cy="42073"/>
                <a:chOff x="2422386" y="2810148"/>
                <a:chExt cx="549503" cy="54926"/>
              </a:xfrm>
            </p:grpSpPr>
            <p:sp>
              <p:nvSpPr>
                <p:cNvPr id="433" name="Google Shape;433;p32"/>
                <p:cNvSpPr/>
                <p:nvPr/>
              </p:nvSpPr>
              <p:spPr>
                <a:xfrm>
                  <a:off x="2423063" y="2850164"/>
                  <a:ext cx="16318" cy="14910"/>
                </a:xfrm>
                <a:custGeom>
                  <a:rect b="b" l="l" r="r" t="t"/>
                  <a:pathLst>
                    <a:path extrusionOk="0" h="14910" w="16318">
                      <a:moveTo>
                        <a:pt x="600" y="14183"/>
                      </a:moveTo>
                      <a:lnTo>
                        <a:pt x="16230" y="13459"/>
                      </a:lnTo>
                      <a:cubicBezTo>
                        <a:pt x="10700" y="8781"/>
                        <a:pt x="5325" y="4016"/>
                        <a:pt x="-89" y="-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32"/>
                <p:cNvSpPr/>
                <p:nvPr/>
              </p:nvSpPr>
              <p:spPr>
                <a:xfrm>
                  <a:off x="2422386" y="2810148"/>
                  <a:ext cx="549503" cy="54203"/>
                </a:xfrm>
                <a:custGeom>
                  <a:rect b="b" l="l" r="r" t="t"/>
                  <a:pathLst>
                    <a:path extrusionOk="0" h="54203" w="549503">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35" name="Google Shape;435;p32"/>
            <p:cNvGrpSpPr/>
            <p:nvPr/>
          </p:nvGrpSpPr>
          <p:grpSpPr>
            <a:xfrm flipH="1" rot="2699781">
              <a:off x="7440472" y="3361172"/>
              <a:ext cx="852254" cy="1384495"/>
              <a:chOff x="6434831" y="3097962"/>
              <a:chExt cx="804739" cy="1313905"/>
            </a:xfrm>
          </p:grpSpPr>
          <p:sp>
            <p:nvSpPr>
              <p:cNvPr id="436" name="Google Shape;436;p32"/>
              <p:cNvSpPr/>
              <p:nvPr/>
            </p:nvSpPr>
            <p:spPr>
              <a:xfrm>
                <a:off x="6434831" y="3097962"/>
                <a:ext cx="804739" cy="1313905"/>
              </a:xfrm>
              <a:custGeom>
                <a:rect b="b" l="l" r="r" t="t"/>
                <a:pathLst>
                  <a:path extrusionOk="0" h="1717523" w="1051946">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7" name="Google Shape;437;p32"/>
              <p:cNvSpPr/>
              <p:nvPr/>
            </p:nvSpPr>
            <p:spPr>
              <a:xfrm>
                <a:off x="6623112" y="3097962"/>
                <a:ext cx="499761" cy="1313905"/>
              </a:xfrm>
              <a:custGeom>
                <a:rect b="b" l="l" r="r" t="t"/>
                <a:pathLst>
                  <a:path extrusionOk="0" h="1717523" w="653283">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8" name="Google Shape;438;p32"/>
            <p:cNvGrpSpPr/>
            <p:nvPr/>
          </p:nvGrpSpPr>
          <p:grpSpPr>
            <a:xfrm rot="-648163">
              <a:off x="5232656" y="1871574"/>
              <a:ext cx="541764" cy="1197392"/>
              <a:chOff x="2770354" y="3061567"/>
              <a:chExt cx="434552" cy="960521"/>
            </a:xfrm>
          </p:grpSpPr>
          <p:sp>
            <p:nvSpPr>
              <p:cNvPr id="439" name="Google Shape;439;p32"/>
              <p:cNvSpPr/>
              <p:nvPr/>
            </p:nvSpPr>
            <p:spPr>
              <a:xfrm>
                <a:off x="2770354" y="3061567"/>
                <a:ext cx="434552" cy="960521"/>
              </a:xfrm>
              <a:custGeom>
                <a:rect b="b" l="l" r="r" t="t"/>
                <a:pathLst>
                  <a:path extrusionOk="0" h="960521" w="434552">
                    <a:moveTo>
                      <a:pt x="424799" y="448"/>
                    </a:moveTo>
                    <a:cubicBezTo>
                      <a:pt x="444431" y="169702"/>
                      <a:pt x="414129" y="926774"/>
                      <a:pt x="434802" y="957436"/>
                    </a:cubicBezTo>
                    <a:cubicBezTo>
                      <a:pt x="347497" y="957436"/>
                      <a:pt x="40741" y="964794"/>
                      <a:pt x="249" y="957435"/>
                    </a:cubicBezTo>
                    <a:cubicBezTo>
                      <a:pt x="13746" y="910829"/>
                      <a:pt x="23563" y="31440"/>
                      <a:pt x="7612" y="14270"/>
                    </a:cubicBezTo>
                    <a:cubicBezTo>
                      <a:pt x="-8339" y="-2901"/>
                      <a:pt x="424799" y="448"/>
                      <a:pt x="424799" y="44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32"/>
              <p:cNvSpPr/>
              <p:nvPr/>
            </p:nvSpPr>
            <p:spPr>
              <a:xfrm>
                <a:off x="2792942" y="3108470"/>
                <a:ext cx="389378" cy="866714"/>
              </a:xfrm>
              <a:custGeom>
                <a:rect b="b" l="l" r="r" t="t"/>
                <a:pathLst>
                  <a:path extrusionOk="0" h="866714" w="389378">
                    <a:moveTo>
                      <a:pt x="249" y="863951"/>
                    </a:moveTo>
                    <a:cubicBezTo>
                      <a:pt x="9709" y="831274"/>
                      <a:pt x="17174" y="344954"/>
                      <a:pt x="13277" y="122396"/>
                    </a:cubicBezTo>
                    <a:cubicBezTo>
                      <a:pt x="18167" y="122788"/>
                      <a:pt x="23119" y="122984"/>
                      <a:pt x="28133" y="122985"/>
                    </a:cubicBezTo>
                    <a:cubicBezTo>
                      <a:pt x="107090" y="122985"/>
                      <a:pt x="171088" y="73835"/>
                      <a:pt x="171088" y="13214"/>
                    </a:cubicBezTo>
                    <a:cubicBezTo>
                      <a:pt x="171089" y="9165"/>
                      <a:pt x="170803" y="5121"/>
                      <a:pt x="170230" y="1113"/>
                    </a:cubicBezTo>
                    <a:cubicBezTo>
                      <a:pt x="271902" y="-437"/>
                      <a:pt x="383343" y="421"/>
                      <a:pt x="383343" y="421"/>
                    </a:cubicBezTo>
                    <a:cubicBezTo>
                      <a:pt x="396505" y="113953"/>
                      <a:pt x="384780" y="520544"/>
                      <a:pt x="385566" y="733150"/>
                    </a:cubicBezTo>
                    <a:cubicBezTo>
                      <a:pt x="313691" y="738917"/>
                      <a:pt x="257664" y="785586"/>
                      <a:pt x="257664" y="842311"/>
                    </a:cubicBezTo>
                    <a:cubicBezTo>
                      <a:pt x="257664" y="850136"/>
                      <a:pt x="258735" y="857925"/>
                      <a:pt x="260849" y="865459"/>
                    </a:cubicBezTo>
                    <a:cubicBezTo>
                      <a:pt x="153367" y="866927"/>
                      <a:pt x="24380" y="868332"/>
                      <a:pt x="249" y="863951"/>
                    </a:cubicBezTo>
                    <a:close/>
                  </a:path>
                </a:pathLst>
              </a:custGeom>
              <a:solidFill>
                <a:srgbClr val="FFFFFF">
                  <a:alpha val="2975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32"/>
              <p:cNvSpPr/>
              <p:nvPr/>
            </p:nvSpPr>
            <p:spPr>
              <a:xfrm rot="-4052055">
                <a:off x="2851446" y="3405397"/>
                <a:ext cx="272625" cy="272505"/>
              </a:xfrm>
              <a:custGeom>
                <a:rect b="b" l="l" r="r" t="t"/>
                <a:pathLst>
                  <a:path extrusionOk="0" h="272242" w="272362">
                    <a:moveTo>
                      <a:pt x="272611" y="136305"/>
                    </a:moveTo>
                    <a:cubicBezTo>
                      <a:pt x="272611" y="211483"/>
                      <a:pt x="211641" y="272427"/>
                      <a:pt x="136430" y="272427"/>
                    </a:cubicBezTo>
                    <a:cubicBezTo>
                      <a:pt x="61219" y="272427"/>
                      <a:pt x="249" y="211483"/>
                      <a:pt x="249" y="136305"/>
                    </a:cubicBezTo>
                    <a:cubicBezTo>
                      <a:pt x="249" y="61128"/>
                      <a:pt x="61219" y="184"/>
                      <a:pt x="136430" y="184"/>
                    </a:cubicBezTo>
                    <a:cubicBezTo>
                      <a:pt x="211641" y="184"/>
                      <a:pt x="272611" y="61127"/>
                      <a:pt x="272611" y="1363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32"/>
              <p:cNvSpPr/>
              <p:nvPr/>
            </p:nvSpPr>
            <p:spPr>
              <a:xfrm>
                <a:off x="2876078" y="3478102"/>
                <a:ext cx="223106" cy="127449"/>
              </a:xfrm>
              <a:custGeom>
                <a:rect b="b" l="l" r="r" t="t"/>
                <a:pathLst>
                  <a:path extrusionOk="0" h="127449" w="223106">
                    <a:moveTo>
                      <a:pt x="77131" y="127634"/>
                    </a:moveTo>
                    <a:cubicBezTo>
                      <a:pt x="108017" y="127634"/>
                      <a:pt x="116488" y="101368"/>
                      <a:pt x="122561" y="76514"/>
                    </a:cubicBezTo>
                    <a:lnTo>
                      <a:pt x="168743" y="76514"/>
                    </a:lnTo>
                    <a:cubicBezTo>
                      <a:pt x="167196" y="88933"/>
                      <a:pt x="163109" y="100901"/>
                      <a:pt x="156737" y="111675"/>
                    </a:cubicBezTo>
                    <a:lnTo>
                      <a:pt x="179775" y="121023"/>
                    </a:lnTo>
                    <a:cubicBezTo>
                      <a:pt x="187926" y="107528"/>
                      <a:pt x="192666" y="92251"/>
                      <a:pt x="193582" y="76514"/>
                    </a:cubicBezTo>
                    <a:lnTo>
                      <a:pt x="223355" y="76514"/>
                    </a:lnTo>
                    <a:lnTo>
                      <a:pt x="223355" y="51304"/>
                    </a:lnTo>
                    <a:lnTo>
                      <a:pt x="192741" y="51304"/>
                    </a:lnTo>
                    <a:cubicBezTo>
                      <a:pt x="187878" y="18919"/>
                      <a:pt x="168509" y="3604"/>
                      <a:pt x="146245" y="3604"/>
                    </a:cubicBezTo>
                    <a:cubicBezTo>
                      <a:pt x="116476" y="3604"/>
                      <a:pt x="107340" y="27500"/>
                      <a:pt x="101268" y="51304"/>
                    </a:cubicBezTo>
                    <a:lnTo>
                      <a:pt x="55171" y="51304"/>
                    </a:lnTo>
                    <a:cubicBezTo>
                      <a:pt x="57118" y="36470"/>
                      <a:pt x="62876" y="22392"/>
                      <a:pt x="71885" y="10444"/>
                    </a:cubicBezTo>
                    <a:lnTo>
                      <a:pt x="48847" y="184"/>
                    </a:lnTo>
                    <a:cubicBezTo>
                      <a:pt x="39256" y="11305"/>
                      <a:pt x="32247" y="30651"/>
                      <a:pt x="30261" y="51304"/>
                    </a:cubicBezTo>
                    <a:lnTo>
                      <a:pt x="249" y="51304"/>
                    </a:lnTo>
                    <a:lnTo>
                      <a:pt x="249" y="76514"/>
                    </a:lnTo>
                    <a:lnTo>
                      <a:pt x="30434" y="76514"/>
                    </a:lnTo>
                    <a:cubicBezTo>
                      <a:pt x="34469" y="111132"/>
                      <a:pt x="54349" y="127634"/>
                      <a:pt x="77131" y="127634"/>
                    </a:cubicBezTo>
                    <a:close/>
                    <a:moveTo>
                      <a:pt x="147613" y="33016"/>
                    </a:moveTo>
                    <a:cubicBezTo>
                      <a:pt x="156548" y="33016"/>
                      <a:pt x="164107" y="38504"/>
                      <a:pt x="167446" y="51304"/>
                    </a:cubicBezTo>
                    <a:lnTo>
                      <a:pt x="129193" y="51304"/>
                    </a:lnTo>
                    <a:cubicBezTo>
                      <a:pt x="132920" y="40521"/>
                      <a:pt x="138041" y="33016"/>
                      <a:pt x="147613" y="33016"/>
                    </a:cubicBezTo>
                    <a:close/>
                    <a:moveTo>
                      <a:pt x="55381" y="76514"/>
                    </a:moveTo>
                    <a:lnTo>
                      <a:pt x="94882" y="76514"/>
                    </a:lnTo>
                    <a:cubicBezTo>
                      <a:pt x="91020" y="89218"/>
                      <a:pt x="85824" y="98451"/>
                      <a:pt x="75078" y="98451"/>
                    </a:cubicBezTo>
                    <a:cubicBezTo>
                      <a:pt x="65630" y="98451"/>
                      <a:pt x="58068" y="91785"/>
                      <a:pt x="55381" y="765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43" name="Google Shape;443;p32"/>
              <p:cNvGrpSpPr/>
              <p:nvPr/>
            </p:nvGrpSpPr>
            <p:grpSpPr>
              <a:xfrm>
                <a:off x="2961439" y="3320235"/>
                <a:ext cx="52383" cy="443184"/>
                <a:chOff x="2961439" y="3320235"/>
                <a:chExt cx="52383" cy="443184"/>
              </a:xfrm>
            </p:grpSpPr>
            <p:sp>
              <p:nvSpPr>
                <p:cNvPr id="444" name="Google Shape;444;p32"/>
                <p:cNvSpPr/>
                <p:nvPr/>
              </p:nvSpPr>
              <p:spPr>
                <a:xfrm>
                  <a:off x="2961439" y="3711059"/>
                  <a:ext cx="52383" cy="52360"/>
                </a:xfrm>
                <a:custGeom>
                  <a:rect b="b" l="l" r="r" t="t"/>
                  <a:pathLst>
                    <a:path extrusionOk="0" h="52360" w="52383">
                      <a:moveTo>
                        <a:pt x="26440" y="52544"/>
                      </a:moveTo>
                      <a:cubicBezTo>
                        <a:pt x="11975" y="52544"/>
                        <a:pt x="249" y="40823"/>
                        <a:pt x="249" y="26364"/>
                      </a:cubicBezTo>
                      <a:cubicBezTo>
                        <a:pt x="249" y="11905"/>
                        <a:pt x="11976" y="184"/>
                        <a:pt x="26441" y="184"/>
                      </a:cubicBezTo>
                      <a:cubicBezTo>
                        <a:pt x="40906" y="184"/>
                        <a:pt x="52632" y="11905"/>
                        <a:pt x="52632" y="26364"/>
                      </a:cubicBezTo>
                      <a:cubicBezTo>
                        <a:pt x="52632" y="40823"/>
                        <a:pt x="40906" y="52544"/>
                        <a:pt x="26440" y="5254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32"/>
                <p:cNvSpPr/>
                <p:nvPr/>
              </p:nvSpPr>
              <p:spPr>
                <a:xfrm>
                  <a:off x="2961439" y="3320235"/>
                  <a:ext cx="52383" cy="52360"/>
                </a:xfrm>
                <a:custGeom>
                  <a:rect b="b" l="l" r="r" t="t"/>
                  <a:pathLst>
                    <a:path extrusionOk="0" h="52360" w="52383">
                      <a:moveTo>
                        <a:pt x="26441" y="52545"/>
                      </a:moveTo>
                      <a:cubicBezTo>
                        <a:pt x="11976" y="52545"/>
                        <a:pt x="249" y="40823"/>
                        <a:pt x="249" y="26364"/>
                      </a:cubicBezTo>
                      <a:cubicBezTo>
                        <a:pt x="249" y="11905"/>
                        <a:pt x="11976" y="184"/>
                        <a:pt x="26441" y="184"/>
                      </a:cubicBezTo>
                      <a:cubicBezTo>
                        <a:pt x="40906" y="184"/>
                        <a:pt x="52633" y="11905"/>
                        <a:pt x="52633" y="26364"/>
                      </a:cubicBezTo>
                      <a:cubicBezTo>
                        <a:pt x="52632" y="40823"/>
                        <a:pt x="40906" y="52544"/>
                        <a:pt x="26441" y="5254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46" name="Google Shape;446;p32"/>
            <p:cNvGrpSpPr/>
            <p:nvPr/>
          </p:nvGrpSpPr>
          <p:grpSpPr>
            <a:xfrm rot="-648163">
              <a:off x="5256009" y="1925632"/>
              <a:ext cx="1020287" cy="1290920"/>
              <a:chOff x="2781107" y="3085810"/>
              <a:chExt cx="818378" cy="1035547"/>
            </a:xfrm>
          </p:grpSpPr>
          <p:sp>
            <p:nvSpPr>
              <p:cNvPr id="447" name="Google Shape;447;p32"/>
              <p:cNvSpPr/>
              <p:nvPr/>
            </p:nvSpPr>
            <p:spPr>
              <a:xfrm>
                <a:off x="2781107" y="3085810"/>
                <a:ext cx="818378" cy="1035547"/>
              </a:xfrm>
              <a:custGeom>
                <a:rect b="b" l="l" r="r" t="t"/>
                <a:pathLst>
                  <a:path extrusionOk="0" h="1035547" w="818378">
                    <a:moveTo>
                      <a:pt x="818627" y="182067"/>
                    </a:moveTo>
                    <a:cubicBezTo>
                      <a:pt x="757923" y="341286"/>
                      <a:pt x="381601" y="998994"/>
                      <a:pt x="385789" y="1035732"/>
                    </a:cubicBezTo>
                    <a:cubicBezTo>
                      <a:pt x="308331" y="995470"/>
                      <a:pt x="32777" y="860535"/>
                      <a:pt x="249" y="835333"/>
                    </a:cubicBezTo>
                    <a:cubicBezTo>
                      <a:pt x="33736" y="800208"/>
                      <a:pt x="448340" y="24531"/>
                      <a:pt x="442114" y="1941"/>
                    </a:cubicBezTo>
                    <a:cubicBezTo>
                      <a:pt x="435887" y="-20649"/>
                      <a:pt x="818627" y="182067"/>
                      <a:pt x="818627" y="18206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32"/>
              <p:cNvSpPr/>
              <p:nvPr/>
            </p:nvSpPr>
            <p:spPr>
              <a:xfrm>
                <a:off x="2822647" y="3202917"/>
                <a:ext cx="738461" cy="808648"/>
              </a:xfrm>
              <a:custGeom>
                <a:rect b="b" l="l" r="r" t="t"/>
                <a:pathLst>
                  <a:path extrusionOk="0" h="808648" w="738461">
                    <a:moveTo>
                      <a:pt x="249" y="687316"/>
                    </a:moveTo>
                    <a:cubicBezTo>
                      <a:pt x="23725" y="662687"/>
                      <a:pt x="254816" y="234661"/>
                      <a:pt x="354083" y="35407"/>
                    </a:cubicBezTo>
                    <a:cubicBezTo>
                      <a:pt x="358240" y="38010"/>
                      <a:pt x="362543" y="40468"/>
                      <a:pt x="366992" y="42781"/>
                    </a:cubicBezTo>
                    <a:cubicBezTo>
                      <a:pt x="437044" y="79192"/>
                      <a:pt x="516509" y="65100"/>
                      <a:pt x="544489" y="11316"/>
                    </a:cubicBezTo>
                    <a:cubicBezTo>
                      <a:pt x="546359" y="7725"/>
                      <a:pt x="547972" y="4004"/>
                      <a:pt x="549314" y="184"/>
                    </a:cubicBezTo>
                    <a:cubicBezTo>
                      <a:pt x="640233" y="45695"/>
                      <a:pt x="738710" y="97849"/>
                      <a:pt x="738710" y="97849"/>
                    </a:cubicBezTo>
                    <a:cubicBezTo>
                      <a:pt x="697984" y="204645"/>
                      <a:pt x="499915" y="559971"/>
                      <a:pt x="402480" y="748960"/>
                    </a:cubicBezTo>
                    <a:cubicBezTo>
                      <a:pt x="336049" y="720931"/>
                      <a:pt x="264801" y="736499"/>
                      <a:pt x="238619" y="786826"/>
                    </a:cubicBezTo>
                    <a:cubicBezTo>
                      <a:pt x="235007" y="793769"/>
                      <a:pt x="232362" y="801173"/>
                      <a:pt x="230760" y="808833"/>
                    </a:cubicBezTo>
                    <a:cubicBezTo>
                      <a:pt x="134723" y="760568"/>
                      <a:pt x="19636" y="702331"/>
                      <a:pt x="249" y="687316"/>
                    </a:cubicBezTo>
                    <a:close/>
                  </a:path>
                </a:pathLst>
              </a:custGeom>
              <a:solidFill>
                <a:srgbClr val="FFFFFF">
                  <a:alpha val="2975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32"/>
              <p:cNvSpPr/>
              <p:nvPr/>
            </p:nvSpPr>
            <p:spPr>
              <a:xfrm rot="-1048943">
                <a:off x="3057745" y="3462038"/>
                <a:ext cx="271987" cy="271868"/>
              </a:xfrm>
              <a:custGeom>
                <a:rect b="b" l="l" r="r" t="t"/>
                <a:pathLst>
                  <a:path extrusionOk="0" h="272242" w="272361">
                    <a:moveTo>
                      <a:pt x="272611" y="136305"/>
                    </a:moveTo>
                    <a:cubicBezTo>
                      <a:pt x="272611" y="211483"/>
                      <a:pt x="211641" y="272426"/>
                      <a:pt x="136430" y="272426"/>
                    </a:cubicBezTo>
                    <a:cubicBezTo>
                      <a:pt x="61219" y="272426"/>
                      <a:pt x="249" y="211483"/>
                      <a:pt x="249" y="136305"/>
                    </a:cubicBezTo>
                    <a:cubicBezTo>
                      <a:pt x="249" y="61128"/>
                      <a:pt x="61219" y="184"/>
                      <a:pt x="136430" y="184"/>
                    </a:cubicBezTo>
                    <a:cubicBezTo>
                      <a:pt x="211641" y="184"/>
                      <a:pt x="272611" y="61128"/>
                      <a:pt x="272611" y="1363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32"/>
              <p:cNvSpPr/>
              <p:nvPr/>
            </p:nvSpPr>
            <p:spPr>
              <a:xfrm>
                <a:off x="3089251" y="3512397"/>
                <a:ext cx="209578" cy="167588"/>
              </a:xfrm>
              <a:custGeom>
                <a:rect b="b" l="l" r="r" t="t"/>
                <a:pathLst>
                  <a:path extrusionOk="0" h="167588" w="209578">
                    <a:moveTo>
                      <a:pt x="44864" y="126303"/>
                    </a:moveTo>
                    <a:cubicBezTo>
                      <a:pt x="72267" y="140547"/>
                      <a:pt x="91906" y="121149"/>
                      <a:pt x="108765" y="101899"/>
                    </a:cubicBezTo>
                    <a:lnTo>
                      <a:pt x="149738" y="123196"/>
                    </a:lnTo>
                    <a:cubicBezTo>
                      <a:pt x="142634" y="133501"/>
                      <a:pt x="133484" y="142235"/>
                      <a:pt x="122858" y="148854"/>
                    </a:cubicBezTo>
                    <a:lnTo>
                      <a:pt x="138983" y="167772"/>
                    </a:lnTo>
                    <a:cubicBezTo>
                      <a:pt x="152444" y="159559"/>
                      <a:pt x="163699" y="148190"/>
                      <a:pt x="171776" y="134651"/>
                    </a:cubicBezTo>
                    <a:lnTo>
                      <a:pt x="198191" y="148381"/>
                    </a:lnTo>
                    <a:lnTo>
                      <a:pt x="209827" y="126015"/>
                    </a:lnTo>
                    <a:lnTo>
                      <a:pt x="182666" y="111897"/>
                    </a:lnTo>
                    <a:cubicBezTo>
                      <a:pt x="193299" y="80921"/>
                      <a:pt x="183184" y="58402"/>
                      <a:pt x="163431" y="48134"/>
                    </a:cubicBezTo>
                    <a:cubicBezTo>
                      <a:pt x="137020" y="34406"/>
                      <a:pt x="117885" y="51395"/>
                      <a:pt x="101510" y="69713"/>
                    </a:cubicBezTo>
                    <a:lnTo>
                      <a:pt x="60612" y="48455"/>
                    </a:lnTo>
                    <a:cubicBezTo>
                      <a:pt x="69186" y="36191"/>
                      <a:pt x="80793" y="26357"/>
                      <a:pt x="94301" y="19911"/>
                    </a:cubicBezTo>
                    <a:lnTo>
                      <a:pt x="78597" y="184"/>
                    </a:lnTo>
                    <a:cubicBezTo>
                      <a:pt x="64954" y="5628"/>
                      <a:pt x="49807" y="19560"/>
                      <a:pt x="38511" y="36967"/>
                    </a:cubicBezTo>
                    <a:lnTo>
                      <a:pt x="11885" y="23127"/>
                    </a:lnTo>
                    <a:lnTo>
                      <a:pt x="249" y="45493"/>
                    </a:lnTo>
                    <a:lnTo>
                      <a:pt x="27029" y="59414"/>
                    </a:lnTo>
                    <a:cubicBezTo>
                      <a:pt x="14631" y="91988"/>
                      <a:pt x="24651" y="115797"/>
                      <a:pt x="44864" y="126303"/>
                    </a:cubicBezTo>
                    <a:close/>
                    <a:moveTo>
                      <a:pt x="151070" y="74859"/>
                    </a:moveTo>
                    <a:cubicBezTo>
                      <a:pt x="158997" y="78980"/>
                      <a:pt x="163170" y="87336"/>
                      <a:pt x="160224" y="100232"/>
                    </a:cubicBezTo>
                    <a:lnTo>
                      <a:pt x="126285" y="82591"/>
                    </a:lnTo>
                    <a:cubicBezTo>
                      <a:pt x="134569" y="74743"/>
                      <a:pt x="142577" y="70445"/>
                      <a:pt x="151070" y="74859"/>
                    </a:cubicBezTo>
                    <a:close/>
                    <a:moveTo>
                      <a:pt x="49163" y="70918"/>
                    </a:moveTo>
                    <a:lnTo>
                      <a:pt x="84209" y="89135"/>
                    </a:lnTo>
                    <a:cubicBezTo>
                      <a:pt x="74917" y="98624"/>
                      <a:pt x="66047" y="104420"/>
                      <a:pt x="56513" y="99464"/>
                    </a:cubicBezTo>
                    <a:cubicBezTo>
                      <a:pt x="48130" y="95107"/>
                      <a:pt x="44498" y="85706"/>
                      <a:pt x="49163" y="70918"/>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1" name="Google Shape;451;p32"/>
              <p:cNvGrpSpPr/>
              <p:nvPr/>
            </p:nvGrpSpPr>
            <p:grpSpPr>
              <a:xfrm>
                <a:off x="3077647" y="3398410"/>
                <a:ext cx="232785" cy="399114"/>
                <a:chOff x="3077647" y="3398410"/>
                <a:chExt cx="232785" cy="399114"/>
              </a:xfrm>
            </p:grpSpPr>
            <p:sp>
              <p:nvSpPr>
                <p:cNvPr id="452" name="Google Shape;452;p32"/>
                <p:cNvSpPr/>
                <p:nvPr/>
              </p:nvSpPr>
              <p:spPr>
                <a:xfrm>
                  <a:off x="3077647" y="3745154"/>
                  <a:ext cx="52394" cy="52370"/>
                </a:xfrm>
                <a:custGeom>
                  <a:rect b="b" l="l" r="r" t="t"/>
                  <a:pathLst>
                    <a:path extrusionOk="0" h="52370" w="52394">
                      <a:moveTo>
                        <a:pt x="14362" y="49597"/>
                      </a:moveTo>
                      <a:cubicBezTo>
                        <a:pt x="1529" y="42926"/>
                        <a:pt x="-3465" y="27119"/>
                        <a:pt x="3209" y="14291"/>
                      </a:cubicBezTo>
                      <a:cubicBezTo>
                        <a:pt x="9882" y="1463"/>
                        <a:pt x="25696" y="-3529"/>
                        <a:pt x="38530" y="3142"/>
                      </a:cubicBezTo>
                      <a:cubicBezTo>
                        <a:pt x="51364" y="9813"/>
                        <a:pt x="56358" y="25620"/>
                        <a:pt x="49684" y="38448"/>
                      </a:cubicBezTo>
                      <a:cubicBezTo>
                        <a:pt x="49684" y="38448"/>
                        <a:pt x="49684" y="38448"/>
                        <a:pt x="49684" y="38448"/>
                      </a:cubicBezTo>
                      <a:cubicBezTo>
                        <a:pt x="43010" y="51276"/>
                        <a:pt x="27196" y="56267"/>
                        <a:pt x="14362" y="4959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32"/>
                <p:cNvSpPr/>
                <p:nvPr/>
              </p:nvSpPr>
              <p:spPr>
                <a:xfrm>
                  <a:off x="3258038" y="3398410"/>
                  <a:ext cx="52394" cy="52371"/>
                </a:xfrm>
                <a:custGeom>
                  <a:rect b="b" l="l" r="r" t="t"/>
                  <a:pathLst>
                    <a:path extrusionOk="0" h="52371" w="52394">
                      <a:moveTo>
                        <a:pt x="14362" y="49597"/>
                      </a:moveTo>
                      <a:cubicBezTo>
                        <a:pt x="1528" y="42926"/>
                        <a:pt x="-3465" y="27119"/>
                        <a:pt x="3209" y="14291"/>
                      </a:cubicBezTo>
                      <a:cubicBezTo>
                        <a:pt x="9882" y="1463"/>
                        <a:pt x="25696" y="-3529"/>
                        <a:pt x="38530" y="3142"/>
                      </a:cubicBezTo>
                      <a:cubicBezTo>
                        <a:pt x="51364" y="9813"/>
                        <a:pt x="56357" y="25620"/>
                        <a:pt x="49684" y="38448"/>
                      </a:cubicBezTo>
                      <a:cubicBezTo>
                        <a:pt x="43010" y="51276"/>
                        <a:pt x="27196" y="56268"/>
                        <a:pt x="14362" y="4959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54" name="Google Shape;454;p32"/>
            <p:cNvGrpSpPr/>
            <p:nvPr/>
          </p:nvGrpSpPr>
          <p:grpSpPr>
            <a:xfrm rot="-648163">
              <a:off x="5551324" y="2180131"/>
              <a:ext cx="1199069" cy="1226226"/>
              <a:chOff x="2990034" y="3287473"/>
              <a:chExt cx="961780" cy="983651"/>
            </a:xfrm>
          </p:grpSpPr>
          <p:sp>
            <p:nvSpPr>
              <p:cNvPr id="455" name="Google Shape;455;p32"/>
              <p:cNvSpPr/>
              <p:nvPr/>
            </p:nvSpPr>
            <p:spPr>
              <a:xfrm>
                <a:off x="2990034" y="3287473"/>
                <a:ext cx="961780" cy="983651"/>
              </a:xfrm>
              <a:custGeom>
                <a:rect b="b" l="l" r="r" t="t"/>
                <a:pathLst>
                  <a:path extrusionOk="0" h="983651" w="961780">
                    <a:moveTo>
                      <a:pt x="962029" y="274518"/>
                    </a:moveTo>
                    <a:cubicBezTo>
                      <a:pt x="861460" y="412094"/>
                      <a:pt x="324909" y="947295"/>
                      <a:pt x="319255" y="983835"/>
                    </a:cubicBezTo>
                    <a:cubicBezTo>
                      <a:pt x="255164" y="924578"/>
                      <a:pt x="24975" y="721773"/>
                      <a:pt x="249" y="688887"/>
                    </a:cubicBezTo>
                    <a:cubicBezTo>
                      <a:pt x="41819" y="663834"/>
                      <a:pt x="646425" y="24935"/>
                      <a:pt x="646380" y="1503"/>
                    </a:cubicBezTo>
                    <a:cubicBezTo>
                      <a:pt x="646335" y="-21929"/>
                      <a:pt x="962029" y="274518"/>
                      <a:pt x="962029" y="27451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32"/>
              <p:cNvSpPr/>
              <p:nvPr/>
            </p:nvSpPr>
            <p:spPr>
              <a:xfrm>
                <a:off x="3038259" y="3421776"/>
                <a:ext cx="867857" cy="713523"/>
              </a:xfrm>
              <a:custGeom>
                <a:rect b="b" l="l" r="r" t="t"/>
                <a:pathLst>
                  <a:path extrusionOk="0" h="713523" w="867857">
                    <a:moveTo>
                      <a:pt x="249" y="535720"/>
                    </a:moveTo>
                    <a:cubicBezTo>
                      <a:pt x="29392" y="518153"/>
                      <a:pt x="365247" y="166210"/>
                      <a:pt x="513578" y="184"/>
                    </a:cubicBezTo>
                    <a:cubicBezTo>
                      <a:pt x="516901" y="3792"/>
                      <a:pt x="520403" y="7297"/>
                      <a:pt x="524084" y="10700"/>
                    </a:cubicBezTo>
                    <a:cubicBezTo>
                      <a:pt x="582047" y="64292"/>
                      <a:pt x="662417" y="71648"/>
                      <a:pt x="703598" y="27146"/>
                    </a:cubicBezTo>
                    <a:cubicBezTo>
                      <a:pt x="706350" y="24175"/>
                      <a:pt x="708887" y="21012"/>
                      <a:pt x="711189" y="17681"/>
                    </a:cubicBezTo>
                    <a:cubicBezTo>
                      <a:pt x="786880" y="85551"/>
                      <a:pt x="868107" y="161821"/>
                      <a:pt x="868107" y="161821"/>
                    </a:cubicBezTo>
                    <a:cubicBezTo>
                      <a:pt x="800643" y="254098"/>
                      <a:pt x="515823" y="544620"/>
                      <a:pt x="371969" y="701229"/>
                    </a:cubicBezTo>
                    <a:cubicBezTo>
                      <a:pt x="315288" y="656677"/>
                      <a:pt x="242454" y="652910"/>
                      <a:pt x="203919" y="694552"/>
                    </a:cubicBezTo>
                    <a:cubicBezTo>
                      <a:pt x="198603" y="700296"/>
                      <a:pt x="194098" y="706741"/>
                      <a:pt x="190531" y="713707"/>
                    </a:cubicBezTo>
                    <a:cubicBezTo>
                      <a:pt x="110631" y="641832"/>
                      <a:pt x="14987" y="555315"/>
                      <a:pt x="249" y="535720"/>
                    </a:cubicBezTo>
                    <a:close/>
                  </a:path>
                </a:pathLst>
              </a:custGeom>
              <a:solidFill>
                <a:srgbClr val="FFFFFF">
                  <a:alpha val="2975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32"/>
              <p:cNvSpPr/>
              <p:nvPr/>
            </p:nvSpPr>
            <p:spPr>
              <a:xfrm rot="-4416143">
                <a:off x="3337405" y="3637189"/>
                <a:ext cx="272552" cy="272432"/>
              </a:xfrm>
              <a:custGeom>
                <a:rect b="b" l="l" r="r" t="t"/>
                <a:pathLst>
                  <a:path extrusionOk="0" h="272241" w="272361">
                    <a:moveTo>
                      <a:pt x="272611" y="136305"/>
                    </a:moveTo>
                    <a:cubicBezTo>
                      <a:pt x="272611" y="211482"/>
                      <a:pt x="211640" y="272426"/>
                      <a:pt x="136430" y="272426"/>
                    </a:cubicBezTo>
                    <a:cubicBezTo>
                      <a:pt x="61219" y="272426"/>
                      <a:pt x="249" y="211482"/>
                      <a:pt x="249" y="136305"/>
                    </a:cubicBezTo>
                    <a:cubicBezTo>
                      <a:pt x="249" y="61127"/>
                      <a:pt x="61219" y="184"/>
                      <a:pt x="136430" y="184"/>
                    </a:cubicBezTo>
                    <a:cubicBezTo>
                      <a:pt x="211640" y="184"/>
                      <a:pt x="272611" y="61128"/>
                      <a:pt x="272611" y="1363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32"/>
              <p:cNvSpPr/>
              <p:nvPr/>
            </p:nvSpPr>
            <p:spPr>
              <a:xfrm>
                <a:off x="3383119" y="3683979"/>
                <a:ext cx="180908" cy="177573"/>
              </a:xfrm>
              <a:custGeom>
                <a:rect b="b" l="l" r="r" t="t"/>
                <a:pathLst>
                  <a:path extrusionOk="0" h="177573" w="180908">
                    <a:moveTo>
                      <a:pt x="21961" y="112943"/>
                    </a:moveTo>
                    <a:cubicBezTo>
                      <a:pt x="44634" y="133907"/>
                      <a:pt x="68696" y="120374"/>
                      <a:pt x="90038" y="106250"/>
                    </a:cubicBezTo>
                    <a:lnTo>
                      <a:pt x="123940" y="137596"/>
                    </a:lnTo>
                    <a:cubicBezTo>
                      <a:pt x="114368" y="145663"/>
                      <a:pt x="103238" y="151675"/>
                      <a:pt x="91242" y="155259"/>
                    </a:cubicBezTo>
                    <a:lnTo>
                      <a:pt x="101803" y="177757"/>
                    </a:lnTo>
                    <a:cubicBezTo>
                      <a:pt x="116955" y="173384"/>
                      <a:pt x="130812" y="165386"/>
                      <a:pt x="142175" y="154455"/>
                    </a:cubicBezTo>
                    <a:lnTo>
                      <a:pt x="164032" y="174664"/>
                    </a:lnTo>
                    <a:lnTo>
                      <a:pt x="181158" y="156157"/>
                    </a:lnTo>
                    <a:lnTo>
                      <a:pt x="158684" y="135378"/>
                    </a:lnTo>
                    <a:cubicBezTo>
                      <a:pt x="177115" y="108302"/>
                      <a:pt x="173300" y="83914"/>
                      <a:pt x="156955" y="68802"/>
                    </a:cubicBezTo>
                    <a:cubicBezTo>
                      <a:pt x="135102" y="48597"/>
                      <a:pt x="112162" y="59939"/>
                      <a:pt x="91533" y="73291"/>
                    </a:cubicBezTo>
                    <a:lnTo>
                      <a:pt x="57694" y="42004"/>
                    </a:lnTo>
                    <a:cubicBezTo>
                      <a:pt x="69200" y="32435"/>
                      <a:pt x="82991" y="26009"/>
                      <a:pt x="97721" y="23352"/>
                    </a:cubicBezTo>
                    <a:lnTo>
                      <a:pt x="87779" y="184"/>
                    </a:lnTo>
                    <a:cubicBezTo>
                      <a:pt x="73183" y="1838"/>
                      <a:pt x="54896" y="11283"/>
                      <a:pt x="39406" y="25096"/>
                    </a:cubicBezTo>
                    <a:lnTo>
                      <a:pt x="17375" y="4726"/>
                    </a:lnTo>
                    <a:lnTo>
                      <a:pt x="249" y="23232"/>
                    </a:lnTo>
                    <a:lnTo>
                      <a:pt x="22408" y="43720"/>
                    </a:lnTo>
                    <a:cubicBezTo>
                      <a:pt x="1853" y="71873"/>
                      <a:pt x="5236" y="97480"/>
                      <a:pt x="21961" y="112943"/>
                    </a:cubicBezTo>
                    <a:close/>
                    <a:moveTo>
                      <a:pt x="137979" y="91322"/>
                    </a:moveTo>
                    <a:cubicBezTo>
                      <a:pt x="144539" y="97386"/>
                      <a:pt x="146359" y="106546"/>
                      <a:pt x="140115" y="118209"/>
                    </a:cubicBezTo>
                    <a:lnTo>
                      <a:pt x="112033" y="92245"/>
                    </a:lnTo>
                    <a:cubicBezTo>
                      <a:pt x="122095" y="86859"/>
                      <a:pt x="130953" y="84825"/>
                      <a:pt x="137979" y="91322"/>
                    </a:cubicBezTo>
                    <a:close/>
                    <a:moveTo>
                      <a:pt x="40722" y="60653"/>
                    </a:moveTo>
                    <a:lnTo>
                      <a:pt x="69720" y="87464"/>
                    </a:lnTo>
                    <a:cubicBezTo>
                      <a:pt x="58253" y="94168"/>
                      <a:pt x="48168" y="97420"/>
                      <a:pt x="40279" y="90126"/>
                    </a:cubicBezTo>
                    <a:cubicBezTo>
                      <a:pt x="33343" y="83712"/>
                      <a:pt x="32320" y="73687"/>
                      <a:pt x="40722" y="6065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9" name="Google Shape;459;p32"/>
              <p:cNvGrpSpPr/>
              <p:nvPr/>
            </p:nvGrpSpPr>
            <p:grpSpPr>
              <a:xfrm>
                <a:off x="3314631" y="3603857"/>
                <a:ext cx="317885" cy="339265"/>
                <a:chOff x="3314631" y="3603857"/>
                <a:chExt cx="317885" cy="339265"/>
              </a:xfrm>
            </p:grpSpPr>
            <p:sp>
              <p:nvSpPr>
                <p:cNvPr id="460" name="Google Shape;460;p32"/>
                <p:cNvSpPr/>
                <p:nvPr/>
              </p:nvSpPr>
              <p:spPr>
                <a:xfrm>
                  <a:off x="3314631" y="3890762"/>
                  <a:ext cx="52383" cy="52360"/>
                </a:xfrm>
                <a:custGeom>
                  <a:rect b="b" l="l" r="r" t="t"/>
                  <a:pathLst>
                    <a:path extrusionOk="0" h="52360" w="52383">
                      <a:moveTo>
                        <a:pt x="8656" y="45583"/>
                      </a:moveTo>
                      <a:cubicBezTo>
                        <a:pt x="-1963" y="35765"/>
                        <a:pt x="-2609" y="19201"/>
                        <a:pt x="7213" y="8587"/>
                      </a:cubicBezTo>
                      <a:cubicBezTo>
                        <a:pt x="17036" y="-2027"/>
                        <a:pt x="33607" y="-2673"/>
                        <a:pt x="44226" y="7145"/>
                      </a:cubicBezTo>
                      <a:cubicBezTo>
                        <a:pt x="54845" y="16963"/>
                        <a:pt x="55491" y="33527"/>
                        <a:pt x="45668" y="44141"/>
                      </a:cubicBezTo>
                      <a:cubicBezTo>
                        <a:pt x="35846" y="54756"/>
                        <a:pt x="19275" y="55401"/>
                        <a:pt x="8656" y="4558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32"/>
                <p:cNvSpPr/>
                <p:nvPr/>
              </p:nvSpPr>
              <p:spPr>
                <a:xfrm>
                  <a:off x="3580133" y="3603857"/>
                  <a:ext cx="52383" cy="52360"/>
                </a:xfrm>
                <a:custGeom>
                  <a:rect b="b" l="l" r="r" t="t"/>
                  <a:pathLst>
                    <a:path extrusionOk="0" h="52360" w="52383">
                      <a:moveTo>
                        <a:pt x="8656" y="45583"/>
                      </a:moveTo>
                      <a:cubicBezTo>
                        <a:pt x="-1963" y="35765"/>
                        <a:pt x="-2609" y="19201"/>
                        <a:pt x="7213" y="8587"/>
                      </a:cubicBezTo>
                      <a:cubicBezTo>
                        <a:pt x="17036" y="-2027"/>
                        <a:pt x="33607" y="-2673"/>
                        <a:pt x="44226" y="7145"/>
                      </a:cubicBezTo>
                      <a:cubicBezTo>
                        <a:pt x="54845" y="16963"/>
                        <a:pt x="55491" y="33527"/>
                        <a:pt x="45669" y="44141"/>
                      </a:cubicBezTo>
                      <a:cubicBezTo>
                        <a:pt x="35846" y="54756"/>
                        <a:pt x="19275" y="55401"/>
                        <a:pt x="8656" y="4558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62" name="Google Shape;462;p32"/>
            <p:cNvGrpSpPr/>
            <p:nvPr/>
          </p:nvGrpSpPr>
          <p:grpSpPr>
            <a:xfrm rot="-653518">
              <a:off x="5578212" y="2052621"/>
              <a:ext cx="3168510" cy="1611673"/>
              <a:chOff x="2630883" y="3262708"/>
              <a:chExt cx="2541512" cy="1292864"/>
            </a:xfrm>
          </p:grpSpPr>
          <p:grpSp>
            <p:nvGrpSpPr>
              <p:cNvPr id="463" name="Google Shape;463;p32"/>
              <p:cNvGrpSpPr/>
              <p:nvPr/>
            </p:nvGrpSpPr>
            <p:grpSpPr>
              <a:xfrm>
                <a:off x="2630883" y="3262708"/>
                <a:ext cx="2511443" cy="1287876"/>
                <a:chOff x="2630883" y="3262708"/>
                <a:chExt cx="2511443" cy="1287876"/>
              </a:xfrm>
            </p:grpSpPr>
            <p:sp>
              <p:nvSpPr>
                <p:cNvPr id="464" name="Google Shape;464;p32"/>
                <p:cNvSpPr/>
                <p:nvPr/>
              </p:nvSpPr>
              <p:spPr>
                <a:xfrm>
                  <a:off x="2630883" y="3410147"/>
                  <a:ext cx="2340824" cy="1140437"/>
                </a:xfrm>
                <a:custGeom>
                  <a:rect b="b" l="l" r="r" t="t"/>
                  <a:pathLst>
                    <a:path extrusionOk="0" h="1140437" w="2340824">
                      <a:moveTo>
                        <a:pt x="93228" y="1140438"/>
                      </a:moveTo>
                      <a:lnTo>
                        <a:pt x="0" y="1014625"/>
                      </a:lnTo>
                      <a:lnTo>
                        <a:pt x="1305654" y="48010"/>
                      </a:lnTo>
                      <a:lnTo>
                        <a:pt x="1681376" y="507871"/>
                      </a:lnTo>
                      <a:lnTo>
                        <a:pt x="2234906" y="0"/>
                      </a:lnTo>
                      <a:lnTo>
                        <a:pt x="2340825" y="115339"/>
                      </a:lnTo>
                      <a:lnTo>
                        <a:pt x="1665039" y="735389"/>
                      </a:lnTo>
                      <a:lnTo>
                        <a:pt x="1278835" y="262694"/>
                      </a:lnTo>
                      <a:lnTo>
                        <a:pt x="93228" y="1140438"/>
                      </a:lnTo>
                      <a:close/>
                    </a:path>
                  </a:pathLst>
                </a:custGeom>
                <a:solidFill>
                  <a:srgbClr val="000000">
                    <a:alpha val="101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32"/>
                <p:cNvSpPr/>
                <p:nvPr/>
              </p:nvSpPr>
              <p:spPr>
                <a:xfrm>
                  <a:off x="4730706" y="3262708"/>
                  <a:ext cx="411620" cy="402082"/>
                </a:xfrm>
                <a:custGeom>
                  <a:rect b="b" l="l" r="r" t="t"/>
                  <a:pathLst>
                    <a:path extrusionOk="0" h="402082" w="411620">
                      <a:moveTo>
                        <a:pt x="285174" y="402083"/>
                      </a:moveTo>
                      <a:lnTo>
                        <a:pt x="411620" y="0"/>
                      </a:lnTo>
                      <a:lnTo>
                        <a:pt x="0" y="91546"/>
                      </a:lnTo>
                      <a:lnTo>
                        <a:pt x="285174" y="402083"/>
                      </a:lnTo>
                      <a:close/>
                    </a:path>
                  </a:pathLst>
                </a:custGeom>
                <a:solidFill>
                  <a:srgbClr val="000000">
                    <a:alpha val="101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6" name="Google Shape;466;p32"/>
              <p:cNvGrpSpPr/>
              <p:nvPr/>
            </p:nvGrpSpPr>
            <p:grpSpPr>
              <a:xfrm>
                <a:off x="2660953" y="3267695"/>
                <a:ext cx="2511442" cy="1287877"/>
                <a:chOff x="2660953" y="3267695"/>
                <a:chExt cx="2511442" cy="1287877"/>
              </a:xfrm>
            </p:grpSpPr>
            <p:sp>
              <p:nvSpPr>
                <p:cNvPr id="467" name="Google Shape;467;p32"/>
                <p:cNvSpPr/>
                <p:nvPr/>
              </p:nvSpPr>
              <p:spPr>
                <a:xfrm>
                  <a:off x="2660953" y="3415134"/>
                  <a:ext cx="2340824" cy="1140438"/>
                </a:xfrm>
                <a:custGeom>
                  <a:rect b="b" l="l" r="r" t="t"/>
                  <a:pathLst>
                    <a:path extrusionOk="0" h="1140438" w="2340824">
                      <a:moveTo>
                        <a:pt x="93228" y="1140438"/>
                      </a:moveTo>
                      <a:lnTo>
                        <a:pt x="0" y="1014625"/>
                      </a:lnTo>
                      <a:lnTo>
                        <a:pt x="1305654" y="48011"/>
                      </a:lnTo>
                      <a:lnTo>
                        <a:pt x="1681376" y="507871"/>
                      </a:lnTo>
                      <a:lnTo>
                        <a:pt x="2234906" y="0"/>
                      </a:lnTo>
                      <a:lnTo>
                        <a:pt x="2340824" y="115339"/>
                      </a:lnTo>
                      <a:lnTo>
                        <a:pt x="1665039" y="735389"/>
                      </a:lnTo>
                      <a:lnTo>
                        <a:pt x="1278835" y="262699"/>
                      </a:lnTo>
                      <a:lnTo>
                        <a:pt x="93228" y="1140438"/>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32"/>
                <p:cNvSpPr/>
                <p:nvPr/>
              </p:nvSpPr>
              <p:spPr>
                <a:xfrm>
                  <a:off x="4760776" y="3267695"/>
                  <a:ext cx="411619" cy="402082"/>
                </a:xfrm>
                <a:custGeom>
                  <a:rect b="b" l="l" r="r" t="t"/>
                  <a:pathLst>
                    <a:path extrusionOk="0" h="402082" w="411619">
                      <a:moveTo>
                        <a:pt x="285174" y="402083"/>
                      </a:moveTo>
                      <a:lnTo>
                        <a:pt x="411620" y="0"/>
                      </a:lnTo>
                      <a:lnTo>
                        <a:pt x="0" y="91545"/>
                      </a:lnTo>
                      <a:lnTo>
                        <a:pt x="285174" y="40208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69" name="Google Shape;469;p32"/>
            <p:cNvGrpSpPr/>
            <p:nvPr/>
          </p:nvGrpSpPr>
          <p:grpSpPr>
            <a:xfrm>
              <a:off x="4308869" y="2469136"/>
              <a:ext cx="1380039" cy="1560499"/>
              <a:chOff x="2103341" y="3321917"/>
              <a:chExt cx="1106940" cy="1251784"/>
            </a:xfrm>
          </p:grpSpPr>
          <p:sp>
            <p:nvSpPr>
              <p:cNvPr id="470" name="Google Shape;470;p32"/>
              <p:cNvSpPr/>
              <p:nvPr/>
            </p:nvSpPr>
            <p:spPr>
              <a:xfrm>
                <a:off x="2103341" y="3321917"/>
                <a:ext cx="1106769" cy="1251784"/>
              </a:xfrm>
              <a:custGeom>
                <a:rect b="b" l="l" r="r" t="t"/>
                <a:pathLst>
                  <a:path extrusionOk="0" h="1251784" w="1106769">
                    <a:moveTo>
                      <a:pt x="684751" y="4257"/>
                    </a:moveTo>
                    <a:lnTo>
                      <a:pt x="40732" y="250578"/>
                    </a:lnTo>
                    <a:cubicBezTo>
                      <a:pt x="7734" y="263199"/>
                      <a:pt x="-8326" y="301354"/>
                      <a:pt x="4860" y="335800"/>
                    </a:cubicBezTo>
                    <a:lnTo>
                      <a:pt x="338893" y="1208378"/>
                    </a:lnTo>
                    <a:cubicBezTo>
                      <a:pt x="352079" y="1242824"/>
                      <a:pt x="389519" y="1260517"/>
                      <a:pt x="422517" y="1247896"/>
                    </a:cubicBezTo>
                    <a:lnTo>
                      <a:pt x="1066536" y="1001575"/>
                    </a:lnTo>
                    <a:cubicBezTo>
                      <a:pt x="1099534" y="988954"/>
                      <a:pt x="1115594" y="950799"/>
                      <a:pt x="1102408" y="916353"/>
                    </a:cubicBezTo>
                    <a:lnTo>
                      <a:pt x="768375" y="43774"/>
                    </a:lnTo>
                    <a:cubicBezTo>
                      <a:pt x="755188" y="9329"/>
                      <a:pt x="717749" y="-8364"/>
                      <a:pt x="684751" y="425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32"/>
              <p:cNvSpPr/>
              <p:nvPr/>
            </p:nvSpPr>
            <p:spPr>
              <a:xfrm>
                <a:off x="2157613" y="3603584"/>
                <a:ext cx="917401" cy="864363"/>
              </a:xfrm>
              <a:custGeom>
                <a:rect b="b" l="l" r="r" t="t"/>
                <a:pathLst>
                  <a:path extrusionOk="0" h="864363" w="917401">
                    <a:moveTo>
                      <a:pt x="852" y="9741"/>
                    </a:moveTo>
                    <a:cubicBezTo>
                      <a:pt x="-12945" y="34472"/>
                      <a:pt x="213294" y="791852"/>
                      <a:pt x="327680" y="853642"/>
                    </a:cubicBezTo>
                    <a:cubicBezTo>
                      <a:pt x="457816" y="923940"/>
                      <a:pt x="939200" y="633605"/>
                      <a:pt x="916901" y="575338"/>
                    </a:cubicBezTo>
                    <a:cubicBezTo>
                      <a:pt x="835492" y="362627"/>
                      <a:pt x="457865" y="692267"/>
                      <a:pt x="364615" y="542726"/>
                    </a:cubicBezTo>
                    <a:cubicBezTo>
                      <a:pt x="271364" y="393185"/>
                      <a:pt x="46449" y="-71991"/>
                      <a:pt x="852" y="9741"/>
                    </a:cubicBezTo>
                    <a:close/>
                  </a:path>
                </a:pathLst>
              </a:custGeom>
              <a:solidFill>
                <a:srgbClr val="000000">
                  <a:alpha val="101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32"/>
              <p:cNvSpPr/>
              <p:nvPr/>
            </p:nvSpPr>
            <p:spPr>
              <a:xfrm>
                <a:off x="2446329" y="4247890"/>
                <a:ext cx="763952" cy="325632"/>
              </a:xfrm>
              <a:custGeom>
                <a:rect b="b" l="l" r="r" t="t"/>
                <a:pathLst>
                  <a:path extrusionOk="0" h="325632" w="763952">
                    <a:moveTo>
                      <a:pt x="762377" y="184"/>
                    </a:moveTo>
                    <a:cubicBezTo>
                      <a:pt x="769939" y="31470"/>
                      <a:pt x="753414" y="63568"/>
                      <a:pt x="723549" y="75602"/>
                    </a:cubicBezTo>
                    <a:lnTo>
                      <a:pt x="79526" y="321924"/>
                    </a:lnTo>
                    <a:cubicBezTo>
                      <a:pt x="49253" y="332892"/>
                      <a:pt x="15513" y="320019"/>
                      <a:pt x="249" y="291679"/>
                    </a:cubicBezTo>
                    <a:cubicBezTo>
                      <a:pt x="9359" y="295348"/>
                      <a:pt x="19519" y="295446"/>
                      <a:pt x="28699" y="291952"/>
                    </a:cubicBezTo>
                    <a:lnTo>
                      <a:pt x="741377" y="19370"/>
                    </a:lnTo>
                    <a:cubicBezTo>
                      <a:pt x="750545" y="15847"/>
                      <a:pt x="758044" y="8995"/>
                      <a:pt x="762377" y="184"/>
                    </a:cubicBezTo>
                    <a:close/>
                  </a:path>
                </a:pathLst>
              </a:custGeom>
              <a:solidFill>
                <a:srgbClr val="000000">
                  <a:alpha val="101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32"/>
              <p:cNvSpPr/>
              <p:nvPr/>
            </p:nvSpPr>
            <p:spPr>
              <a:xfrm>
                <a:off x="2194024" y="3423205"/>
                <a:ext cx="653771" cy="339640"/>
              </a:xfrm>
              <a:custGeom>
                <a:rect b="b" l="l" r="r" t="t"/>
                <a:pathLst>
                  <a:path extrusionOk="0" h="339640" w="653771">
                    <a:moveTo>
                      <a:pt x="583686" y="2670"/>
                    </a:moveTo>
                    <a:lnTo>
                      <a:pt x="24362" y="216597"/>
                    </a:lnTo>
                    <a:cubicBezTo>
                      <a:pt x="5016" y="223997"/>
                      <a:pt x="-4667" y="245672"/>
                      <a:pt x="2736" y="265010"/>
                    </a:cubicBezTo>
                    <a:lnTo>
                      <a:pt x="22149" y="315722"/>
                    </a:lnTo>
                    <a:cubicBezTo>
                      <a:pt x="29552" y="335060"/>
                      <a:pt x="51236" y="344738"/>
                      <a:pt x="70583" y="337338"/>
                    </a:cubicBezTo>
                    <a:lnTo>
                      <a:pt x="629907" y="123410"/>
                    </a:lnTo>
                    <a:cubicBezTo>
                      <a:pt x="649254" y="116011"/>
                      <a:pt x="658936" y="94336"/>
                      <a:pt x="651534" y="74998"/>
                    </a:cubicBezTo>
                    <a:cubicBezTo>
                      <a:pt x="651534" y="74998"/>
                      <a:pt x="651534" y="74998"/>
                      <a:pt x="651533" y="74997"/>
                    </a:cubicBezTo>
                    <a:lnTo>
                      <a:pt x="632121" y="24287"/>
                    </a:lnTo>
                    <a:cubicBezTo>
                      <a:pt x="624718" y="4949"/>
                      <a:pt x="603033" y="-4730"/>
                      <a:pt x="583686" y="267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74" name="Google Shape;474;p32"/>
              <p:cNvGrpSpPr/>
              <p:nvPr/>
            </p:nvGrpSpPr>
            <p:grpSpPr>
              <a:xfrm>
                <a:off x="2265195" y="3675477"/>
                <a:ext cx="606800" cy="754273"/>
                <a:chOff x="2265195" y="3675477"/>
                <a:chExt cx="606800" cy="754273"/>
              </a:xfrm>
            </p:grpSpPr>
            <p:grpSp>
              <p:nvGrpSpPr>
                <p:cNvPr id="475" name="Google Shape;475;p32"/>
                <p:cNvGrpSpPr/>
                <p:nvPr/>
              </p:nvGrpSpPr>
              <p:grpSpPr>
                <a:xfrm>
                  <a:off x="2265195" y="3675477"/>
                  <a:ext cx="606800" cy="754273"/>
                  <a:chOff x="2265195" y="3675477"/>
                  <a:chExt cx="606800" cy="754273"/>
                </a:xfrm>
              </p:grpSpPr>
              <p:sp>
                <p:nvSpPr>
                  <p:cNvPr id="476" name="Google Shape;476;p32"/>
                  <p:cNvSpPr/>
                  <p:nvPr/>
                </p:nvSpPr>
                <p:spPr>
                  <a:xfrm>
                    <a:off x="2265195" y="3802957"/>
                    <a:ext cx="148743" cy="152796"/>
                  </a:xfrm>
                  <a:custGeom>
                    <a:rect b="b" l="l" r="r" t="t"/>
                    <a:pathLst>
                      <a:path extrusionOk="0" h="152796" w="148743">
                        <a:moveTo>
                          <a:pt x="261" y="42191"/>
                        </a:moveTo>
                        <a:cubicBezTo>
                          <a:pt x="-963" y="23416"/>
                          <a:pt x="89261" y="-2784"/>
                          <a:pt x="102642" y="458"/>
                        </a:cubicBezTo>
                        <a:cubicBezTo>
                          <a:pt x="121066" y="4923"/>
                          <a:pt x="153245" y="107536"/>
                          <a:pt x="148526" y="114190"/>
                        </a:cubicBezTo>
                        <a:cubicBezTo>
                          <a:pt x="143807" y="120845"/>
                          <a:pt x="47470" y="164373"/>
                          <a:pt x="39887" y="150139"/>
                        </a:cubicBezTo>
                        <a:cubicBezTo>
                          <a:pt x="32304" y="135905"/>
                          <a:pt x="2281"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32"/>
                  <p:cNvSpPr/>
                  <p:nvPr/>
                </p:nvSpPr>
                <p:spPr>
                  <a:xfrm>
                    <a:off x="2434789" y="3739217"/>
                    <a:ext cx="148743" cy="152796"/>
                  </a:xfrm>
                  <a:custGeom>
                    <a:rect b="b" l="l" r="r" t="t"/>
                    <a:pathLst>
                      <a:path extrusionOk="0" h="152796" w="148743">
                        <a:moveTo>
                          <a:pt x="261" y="42191"/>
                        </a:moveTo>
                        <a:cubicBezTo>
                          <a:pt x="-963" y="23416"/>
                          <a:pt x="89261" y="-2784"/>
                          <a:pt x="102642" y="458"/>
                        </a:cubicBezTo>
                        <a:cubicBezTo>
                          <a:pt x="121066" y="4923"/>
                          <a:pt x="153245" y="107536"/>
                          <a:pt x="148526" y="114190"/>
                        </a:cubicBezTo>
                        <a:cubicBezTo>
                          <a:pt x="143807" y="120845"/>
                          <a:pt x="47470" y="164373"/>
                          <a:pt x="39887" y="150139"/>
                        </a:cubicBezTo>
                        <a:cubicBezTo>
                          <a:pt x="32304" y="135905"/>
                          <a:pt x="2281"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32"/>
                  <p:cNvSpPr/>
                  <p:nvPr/>
                </p:nvSpPr>
                <p:spPr>
                  <a:xfrm>
                    <a:off x="2604384" y="3675477"/>
                    <a:ext cx="148743" cy="152797"/>
                  </a:xfrm>
                  <a:custGeom>
                    <a:rect b="b" l="l" r="r" t="t"/>
                    <a:pathLst>
                      <a:path extrusionOk="0" h="152797" w="148743">
                        <a:moveTo>
                          <a:pt x="261" y="42191"/>
                        </a:moveTo>
                        <a:cubicBezTo>
                          <a:pt x="-963" y="23416"/>
                          <a:pt x="89261" y="-2784"/>
                          <a:pt x="102642" y="458"/>
                        </a:cubicBezTo>
                        <a:cubicBezTo>
                          <a:pt x="121066" y="4923"/>
                          <a:pt x="153245" y="107535"/>
                          <a:pt x="148526" y="114190"/>
                        </a:cubicBezTo>
                        <a:cubicBezTo>
                          <a:pt x="143807" y="120845"/>
                          <a:pt x="47470" y="164373"/>
                          <a:pt x="39887" y="150140"/>
                        </a:cubicBezTo>
                        <a:cubicBezTo>
                          <a:pt x="32304" y="135906"/>
                          <a:pt x="2280"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32"/>
                  <p:cNvSpPr/>
                  <p:nvPr/>
                </p:nvSpPr>
                <p:spPr>
                  <a:xfrm>
                    <a:off x="2324629" y="3960956"/>
                    <a:ext cx="148743" cy="152796"/>
                  </a:xfrm>
                  <a:custGeom>
                    <a:rect b="b" l="l" r="r" t="t"/>
                    <a:pathLst>
                      <a:path extrusionOk="0" h="152796" w="148743">
                        <a:moveTo>
                          <a:pt x="261" y="42191"/>
                        </a:moveTo>
                        <a:cubicBezTo>
                          <a:pt x="-963" y="23415"/>
                          <a:pt x="89261" y="-2784"/>
                          <a:pt x="102641" y="458"/>
                        </a:cubicBezTo>
                        <a:cubicBezTo>
                          <a:pt x="121066" y="4923"/>
                          <a:pt x="153245" y="107535"/>
                          <a:pt x="148525" y="114190"/>
                        </a:cubicBezTo>
                        <a:cubicBezTo>
                          <a:pt x="143806" y="120844"/>
                          <a:pt x="47470" y="164373"/>
                          <a:pt x="39887" y="150139"/>
                        </a:cubicBezTo>
                        <a:cubicBezTo>
                          <a:pt x="32304" y="135905"/>
                          <a:pt x="2280"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32"/>
                  <p:cNvSpPr/>
                  <p:nvPr/>
                </p:nvSpPr>
                <p:spPr>
                  <a:xfrm>
                    <a:off x="2494223" y="3897216"/>
                    <a:ext cx="148743" cy="152797"/>
                  </a:xfrm>
                  <a:custGeom>
                    <a:rect b="b" l="l" r="r" t="t"/>
                    <a:pathLst>
                      <a:path extrusionOk="0" h="152797" w="148743">
                        <a:moveTo>
                          <a:pt x="261" y="42190"/>
                        </a:moveTo>
                        <a:cubicBezTo>
                          <a:pt x="-963" y="23415"/>
                          <a:pt x="89261" y="-2784"/>
                          <a:pt x="102641" y="458"/>
                        </a:cubicBezTo>
                        <a:cubicBezTo>
                          <a:pt x="121066" y="4923"/>
                          <a:pt x="153245" y="107535"/>
                          <a:pt x="148526" y="114190"/>
                        </a:cubicBezTo>
                        <a:cubicBezTo>
                          <a:pt x="143807" y="120845"/>
                          <a:pt x="47470" y="164373"/>
                          <a:pt x="39887" y="150139"/>
                        </a:cubicBezTo>
                        <a:cubicBezTo>
                          <a:pt x="32304" y="135905"/>
                          <a:pt x="2281" y="73159"/>
                          <a:pt x="261" y="421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32"/>
                  <p:cNvSpPr/>
                  <p:nvPr/>
                </p:nvSpPr>
                <p:spPr>
                  <a:xfrm>
                    <a:off x="2663818" y="3833476"/>
                    <a:ext cx="148743" cy="152796"/>
                  </a:xfrm>
                  <a:custGeom>
                    <a:rect b="b" l="l" r="r" t="t"/>
                    <a:pathLst>
                      <a:path extrusionOk="0" h="152796" w="148743">
                        <a:moveTo>
                          <a:pt x="261" y="42191"/>
                        </a:moveTo>
                        <a:cubicBezTo>
                          <a:pt x="-963" y="23416"/>
                          <a:pt x="89261" y="-2784"/>
                          <a:pt x="102641" y="458"/>
                        </a:cubicBezTo>
                        <a:cubicBezTo>
                          <a:pt x="121066" y="4923"/>
                          <a:pt x="153245" y="107536"/>
                          <a:pt x="148526" y="114190"/>
                        </a:cubicBezTo>
                        <a:cubicBezTo>
                          <a:pt x="143807" y="120845"/>
                          <a:pt x="47470" y="164373"/>
                          <a:pt x="39887" y="150139"/>
                        </a:cubicBezTo>
                        <a:cubicBezTo>
                          <a:pt x="32304" y="135905"/>
                          <a:pt x="2281"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32"/>
                  <p:cNvSpPr/>
                  <p:nvPr/>
                </p:nvSpPr>
                <p:spPr>
                  <a:xfrm>
                    <a:off x="2384063" y="4118954"/>
                    <a:ext cx="148743" cy="152797"/>
                  </a:xfrm>
                  <a:custGeom>
                    <a:rect b="b" l="l" r="r" t="t"/>
                    <a:pathLst>
                      <a:path extrusionOk="0" h="152797" w="148743">
                        <a:moveTo>
                          <a:pt x="261" y="42191"/>
                        </a:moveTo>
                        <a:cubicBezTo>
                          <a:pt x="-963" y="23416"/>
                          <a:pt x="89261" y="-2784"/>
                          <a:pt x="102642" y="458"/>
                        </a:cubicBezTo>
                        <a:cubicBezTo>
                          <a:pt x="121066" y="4924"/>
                          <a:pt x="153245" y="107535"/>
                          <a:pt x="148526" y="114190"/>
                        </a:cubicBezTo>
                        <a:cubicBezTo>
                          <a:pt x="143807" y="120845"/>
                          <a:pt x="47470" y="164373"/>
                          <a:pt x="39887" y="150140"/>
                        </a:cubicBezTo>
                        <a:cubicBezTo>
                          <a:pt x="32304" y="135906"/>
                          <a:pt x="2281"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32"/>
                  <p:cNvSpPr/>
                  <p:nvPr/>
                </p:nvSpPr>
                <p:spPr>
                  <a:xfrm>
                    <a:off x="2553658" y="4055215"/>
                    <a:ext cx="148743" cy="152797"/>
                  </a:xfrm>
                  <a:custGeom>
                    <a:rect b="b" l="l" r="r" t="t"/>
                    <a:pathLst>
                      <a:path extrusionOk="0" h="152797" w="148743">
                        <a:moveTo>
                          <a:pt x="261" y="42191"/>
                        </a:moveTo>
                        <a:cubicBezTo>
                          <a:pt x="-963" y="23415"/>
                          <a:pt x="89261" y="-2784"/>
                          <a:pt x="102642" y="458"/>
                        </a:cubicBezTo>
                        <a:cubicBezTo>
                          <a:pt x="121065" y="4923"/>
                          <a:pt x="153245" y="107535"/>
                          <a:pt x="148525" y="114190"/>
                        </a:cubicBezTo>
                        <a:cubicBezTo>
                          <a:pt x="143806" y="120845"/>
                          <a:pt x="47470" y="164373"/>
                          <a:pt x="39887" y="150139"/>
                        </a:cubicBezTo>
                        <a:cubicBezTo>
                          <a:pt x="32303" y="135905"/>
                          <a:pt x="2280"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32"/>
                  <p:cNvSpPr/>
                  <p:nvPr/>
                </p:nvSpPr>
                <p:spPr>
                  <a:xfrm>
                    <a:off x="2723252" y="3991475"/>
                    <a:ext cx="148743" cy="152797"/>
                  </a:xfrm>
                  <a:custGeom>
                    <a:rect b="b" l="l" r="r" t="t"/>
                    <a:pathLst>
                      <a:path extrusionOk="0" h="152797" w="148743">
                        <a:moveTo>
                          <a:pt x="261" y="42191"/>
                        </a:moveTo>
                        <a:cubicBezTo>
                          <a:pt x="-963" y="23415"/>
                          <a:pt x="89261" y="-2784"/>
                          <a:pt x="102642" y="458"/>
                        </a:cubicBezTo>
                        <a:cubicBezTo>
                          <a:pt x="121066" y="4923"/>
                          <a:pt x="153245" y="107535"/>
                          <a:pt x="148525" y="114190"/>
                        </a:cubicBezTo>
                        <a:cubicBezTo>
                          <a:pt x="143806" y="120845"/>
                          <a:pt x="47470" y="164373"/>
                          <a:pt x="39887" y="150139"/>
                        </a:cubicBezTo>
                        <a:cubicBezTo>
                          <a:pt x="32304" y="135905"/>
                          <a:pt x="2280"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32"/>
                  <p:cNvSpPr/>
                  <p:nvPr/>
                </p:nvSpPr>
                <p:spPr>
                  <a:xfrm>
                    <a:off x="2443497" y="4276953"/>
                    <a:ext cx="148743" cy="152797"/>
                  </a:xfrm>
                  <a:custGeom>
                    <a:rect b="b" l="l" r="r" t="t"/>
                    <a:pathLst>
                      <a:path extrusionOk="0" h="152797" w="148743">
                        <a:moveTo>
                          <a:pt x="261" y="42190"/>
                        </a:moveTo>
                        <a:cubicBezTo>
                          <a:pt x="-963" y="23415"/>
                          <a:pt x="89261" y="-2784"/>
                          <a:pt x="102642" y="458"/>
                        </a:cubicBezTo>
                        <a:cubicBezTo>
                          <a:pt x="121066" y="4923"/>
                          <a:pt x="153245" y="107535"/>
                          <a:pt x="148526" y="114190"/>
                        </a:cubicBezTo>
                        <a:cubicBezTo>
                          <a:pt x="143807" y="120845"/>
                          <a:pt x="47470" y="164373"/>
                          <a:pt x="39887" y="150140"/>
                        </a:cubicBezTo>
                        <a:cubicBezTo>
                          <a:pt x="32304" y="135906"/>
                          <a:pt x="2281" y="73159"/>
                          <a:pt x="261" y="4219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6" name="Google Shape;486;p32"/>
                <p:cNvSpPr/>
                <p:nvPr/>
              </p:nvSpPr>
              <p:spPr>
                <a:xfrm>
                  <a:off x="2613091" y="4213213"/>
                  <a:ext cx="148743" cy="152797"/>
                </a:xfrm>
                <a:custGeom>
                  <a:rect b="b" l="l" r="r" t="t"/>
                  <a:pathLst>
                    <a:path extrusionOk="0" h="152797" w="148743">
                      <a:moveTo>
                        <a:pt x="261" y="42191"/>
                      </a:moveTo>
                      <a:cubicBezTo>
                        <a:pt x="-963" y="23416"/>
                        <a:pt x="89261" y="-2784"/>
                        <a:pt x="102642" y="458"/>
                      </a:cubicBezTo>
                      <a:cubicBezTo>
                        <a:pt x="121066" y="4923"/>
                        <a:pt x="153245" y="107536"/>
                        <a:pt x="148526" y="114190"/>
                      </a:cubicBezTo>
                      <a:cubicBezTo>
                        <a:pt x="143807" y="120845"/>
                        <a:pt x="47470" y="164373"/>
                        <a:pt x="39887" y="150140"/>
                      </a:cubicBezTo>
                      <a:cubicBezTo>
                        <a:pt x="32304" y="135906"/>
                        <a:pt x="2281" y="73159"/>
                        <a:pt x="261" y="4219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7" name="Google Shape;487;p32"/>
              <p:cNvSpPr/>
              <p:nvPr/>
            </p:nvSpPr>
            <p:spPr>
              <a:xfrm>
                <a:off x="2782686" y="4149473"/>
                <a:ext cx="148743" cy="152796"/>
              </a:xfrm>
              <a:custGeom>
                <a:rect b="b" l="l" r="r" t="t"/>
                <a:pathLst>
                  <a:path extrusionOk="0" h="152796" w="148743">
                    <a:moveTo>
                      <a:pt x="261" y="42191"/>
                    </a:moveTo>
                    <a:cubicBezTo>
                      <a:pt x="-963" y="23415"/>
                      <a:pt x="89261" y="-2784"/>
                      <a:pt x="102642" y="458"/>
                    </a:cubicBezTo>
                    <a:cubicBezTo>
                      <a:pt x="121066" y="4923"/>
                      <a:pt x="153245" y="107535"/>
                      <a:pt x="148526" y="114190"/>
                    </a:cubicBezTo>
                    <a:cubicBezTo>
                      <a:pt x="143807" y="120844"/>
                      <a:pt x="47470" y="164373"/>
                      <a:pt x="39887" y="150139"/>
                    </a:cubicBezTo>
                    <a:cubicBezTo>
                      <a:pt x="32304" y="135906"/>
                      <a:pt x="2281" y="73159"/>
                      <a:pt x="261" y="4219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88" name="Google Shape;488;p32"/>
              <p:cNvGrpSpPr/>
              <p:nvPr/>
            </p:nvGrpSpPr>
            <p:grpSpPr>
              <a:xfrm>
                <a:off x="2776010" y="3610974"/>
                <a:ext cx="325013" cy="627555"/>
                <a:chOff x="2776010" y="3610974"/>
                <a:chExt cx="325013" cy="627555"/>
              </a:xfrm>
            </p:grpSpPr>
            <p:sp>
              <p:nvSpPr>
                <p:cNvPr id="489" name="Google Shape;489;p32"/>
                <p:cNvSpPr/>
                <p:nvPr/>
              </p:nvSpPr>
              <p:spPr>
                <a:xfrm>
                  <a:off x="2776010" y="3610974"/>
                  <a:ext cx="148743" cy="152797"/>
                </a:xfrm>
                <a:custGeom>
                  <a:rect b="b" l="l" r="r" t="t"/>
                  <a:pathLst>
                    <a:path extrusionOk="0" h="152797" w="148743">
                      <a:moveTo>
                        <a:pt x="261" y="42191"/>
                      </a:moveTo>
                      <a:cubicBezTo>
                        <a:pt x="-963" y="23415"/>
                        <a:pt x="89261" y="-2784"/>
                        <a:pt x="102642" y="458"/>
                      </a:cubicBezTo>
                      <a:cubicBezTo>
                        <a:pt x="121066" y="4923"/>
                        <a:pt x="153245" y="107535"/>
                        <a:pt x="148525" y="114190"/>
                      </a:cubicBezTo>
                      <a:cubicBezTo>
                        <a:pt x="143806" y="120845"/>
                        <a:pt x="47470" y="164373"/>
                        <a:pt x="39887" y="150140"/>
                      </a:cubicBezTo>
                      <a:cubicBezTo>
                        <a:pt x="32304" y="135906"/>
                        <a:pt x="2280" y="73159"/>
                        <a:pt x="261" y="4219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32"/>
                <p:cNvSpPr/>
                <p:nvPr/>
              </p:nvSpPr>
              <p:spPr>
                <a:xfrm>
                  <a:off x="2833412" y="3769736"/>
                  <a:ext cx="148743" cy="152797"/>
                </a:xfrm>
                <a:custGeom>
                  <a:rect b="b" l="l" r="r" t="t"/>
                  <a:pathLst>
                    <a:path extrusionOk="0" h="152797" w="148743">
                      <a:moveTo>
                        <a:pt x="261" y="42191"/>
                      </a:moveTo>
                      <a:cubicBezTo>
                        <a:pt x="-963" y="23416"/>
                        <a:pt x="89261" y="-2784"/>
                        <a:pt x="102642" y="458"/>
                      </a:cubicBezTo>
                      <a:cubicBezTo>
                        <a:pt x="121066" y="4923"/>
                        <a:pt x="153245" y="107536"/>
                        <a:pt x="148526" y="114190"/>
                      </a:cubicBezTo>
                      <a:cubicBezTo>
                        <a:pt x="143807" y="120845"/>
                        <a:pt x="47470" y="164373"/>
                        <a:pt x="39887" y="150140"/>
                      </a:cubicBezTo>
                      <a:cubicBezTo>
                        <a:pt x="32304" y="135906"/>
                        <a:pt x="2281" y="73159"/>
                        <a:pt x="261" y="4219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32"/>
                <p:cNvSpPr/>
                <p:nvPr/>
              </p:nvSpPr>
              <p:spPr>
                <a:xfrm>
                  <a:off x="2892846" y="3927735"/>
                  <a:ext cx="148743" cy="152796"/>
                </a:xfrm>
                <a:custGeom>
                  <a:rect b="b" l="l" r="r" t="t"/>
                  <a:pathLst>
                    <a:path extrusionOk="0" h="152796" w="148743">
                      <a:moveTo>
                        <a:pt x="261" y="42191"/>
                      </a:moveTo>
                      <a:cubicBezTo>
                        <a:pt x="-963" y="23415"/>
                        <a:pt x="89261" y="-2784"/>
                        <a:pt x="102642" y="458"/>
                      </a:cubicBezTo>
                      <a:cubicBezTo>
                        <a:pt x="121066" y="4923"/>
                        <a:pt x="153246" y="107535"/>
                        <a:pt x="148526" y="114190"/>
                      </a:cubicBezTo>
                      <a:cubicBezTo>
                        <a:pt x="143806" y="120845"/>
                        <a:pt x="47470" y="164373"/>
                        <a:pt x="39887" y="150139"/>
                      </a:cubicBezTo>
                      <a:cubicBezTo>
                        <a:pt x="32305" y="135905"/>
                        <a:pt x="2281" y="73159"/>
                        <a:pt x="261" y="4219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32"/>
                <p:cNvSpPr/>
                <p:nvPr/>
              </p:nvSpPr>
              <p:spPr>
                <a:xfrm>
                  <a:off x="2952280" y="4085733"/>
                  <a:ext cx="148743" cy="152796"/>
                </a:xfrm>
                <a:custGeom>
                  <a:rect b="b" l="l" r="r" t="t"/>
                  <a:pathLst>
                    <a:path extrusionOk="0" h="152796" w="148743">
                      <a:moveTo>
                        <a:pt x="261" y="42191"/>
                      </a:moveTo>
                      <a:cubicBezTo>
                        <a:pt x="-963" y="23415"/>
                        <a:pt x="89261" y="-2784"/>
                        <a:pt x="102641" y="458"/>
                      </a:cubicBezTo>
                      <a:cubicBezTo>
                        <a:pt x="121066" y="4923"/>
                        <a:pt x="153245" y="107535"/>
                        <a:pt x="148526" y="114190"/>
                      </a:cubicBezTo>
                      <a:cubicBezTo>
                        <a:pt x="143807" y="120844"/>
                        <a:pt x="47470" y="164373"/>
                        <a:pt x="39887" y="150139"/>
                      </a:cubicBezTo>
                      <a:cubicBezTo>
                        <a:pt x="32304" y="135905"/>
                        <a:pt x="2280" y="73159"/>
                        <a:pt x="261" y="4219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93" name="Google Shape;493;p32"/>
              <p:cNvSpPr/>
              <p:nvPr/>
            </p:nvSpPr>
            <p:spPr>
              <a:xfrm>
                <a:off x="2826087" y="3662719"/>
                <a:ext cx="47326" cy="45164"/>
              </a:xfrm>
              <a:custGeom>
                <a:rect b="b" l="l" r="r" t="t"/>
                <a:pathLst>
                  <a:path extrusionOk="0" h="45164" w="47326">
                    <a:moveTo>
                      <a:pt x="249" y="25873"/>
                    </a:moveTo>
                    <a:lnTo>
                      <a:pt x="43761" y="9519"/>
                    </a:lnTo>
                    <a:lnTo>
                      <a:pt x="47576" y="19660"/>
                    </a:lnTo>
                    <a:lnTo>
                      <a:pt x="4064" y="36014"/>
                    </a:lnTo>
                    <a:close/>
                    <a:moveTo>
                      <a:pt x="22805" y="40545"/>
                    </a:moveTo>
                    <a:cubicBezTo>
                      <a:pt x="22447" y="39620"/>
                      <a:pt x="22291" y="38629"/>
                      <a:pt x="22348" y="37639"/>
                    </a:cubicBezTo>
                    <a:cubicBezTo>
                      <a:pt x="22441" y="35746"/>
                      <a:pt x="23238" y="33956"/>
                      <a:pt x="24582" y="32620"/>
                    </a:cubicBezTo>
                    <a:cubicBezTo>
                      <a:pt x="25993" y="31233"/>
                      <a:pt x="27925" y="30506"/>
                      <a:pt x="29901" y="30620"/>
                    </a:cubicBezTo>
                    <a:cubicBezTo>
                      <a:pt x="30837" y="30682"/>
                      <a:pt x="31753" y="30914"/>
                      <a:pt x="32606" y="31303"/>
                    </a:cubicBezTo>
                    <a:cubicBezTo>
                      <a:pt x="33459" y="31702"/>
                      <a:pt x="34234" y="32251"/>
                      <a:pt x="34892" y="32925"/>
                    </a:cubicBezTo>
                    <a:cubicBezTo>
                      <a:pt x="36282" y="34367"/>
                      <a:pt x="37015" y="36317"/>
                      <a:pt x="36920" y="38318"/>
                    </a:cubicBezTo>
                    <a:cubicBezTo>
                      <a:pt x="36871" y="39258"/>
                      <a:pt x="36650" y="40181"/>
                      <a:pt x="36270" y="41042"/>
                    </a:cubicBezTo>
                    <a:cubicBezTo>
                      <a:pt x="35887" y="41898"/>
                      <a:pt x="35350" y="42677"/>
                      <a:pt x="34684" y="43338"/>
                    </a:cubicBezTo>
                    <a:cubicBezTo>
                      <a:pt x="33274" y="44726"/>
                      <a:pt x="31342" y="45452"/>
                      <a:pt x="29366" y="45337"/>
                    </a:cubicBezTo>
                    <a:cubicBezTo>
                      <a:pt x="28430" y="45278"/>
                      <a:pt x="27513" y="45046"/>
                      <a:pt x="26662" y="44653"/>
                    </a:cubicBezTo>
                    <a:cubicBezTo>
                      <a:pt x="25807" y="44257"/>
                      <a:pt x="25032" y="43708"/>
                      <a:pt x="24376" y="43032"/>
                    </a:cubicBezTo>
                    <a:cubicBezTo>
                      <a:pt x="23681" y="42325"/>
                      <a:pt x="23145" y="41477"/>
                      <a:pt x="22805" y="40545"/>
                    </a:cubicBezTo>
                    <a:close/>
                    <a:moveTo>
                      <a:pt x="11359" y="10121"/>
                    </a:moveTo>
                    <a:cubicBezTo>
                      <a:pt x="11003" y="9196"/>
                      <a:pt x="10847" y="8206"/>
                      <a:pt x="10901" y="7216"/>
                    </a:cubicBezTo>
                    <a:cubicBezTo>
                      <a:pt x="10995" y="5322"/>
                      <a:pt x="11793" y="3532"/>
                      <a:pt x="13138" y="2195"/>
                    </a:cubicBezTo>
                    <a:cubicBezTo>
                      <a:pt x="14549" y="808"/>
                      <a:pt x="16481" y="81"/>
                      <a:pt x="18457" y="196"/>
                    </a:cubicBezTo>
                    <a:cubicBezTo>
                      <a:pt x="19392" y="258"/>
                      <a:pt x="20308" y="489"/>
                      <a:pt x="21161" y="879"/>
                    </a:cubicBezTo>
                    <a:cubicBezTo>
                      <a:pt x="22014" y="1277"/>
                      <a:pt x="22788" y="1827"/>
                      <a:pt x="23446" y="2501"/>
                    </a:cubicBezTo>
                    <a:cubicBezTo>
                      <a:pt x="24835" y="3943"/>
                      <a:pt x="25569" y="5893"/>
                      <a:pt x="25476" y="7893"/>
                    </a:cubicBezTo>
                    <a:cubicBezTo>
                      <a:pt x="25426" y="8833"/>
                      <a:pt x="25205" y="9756"/>
                      <a:pt x="24825" y="10618"/>
                    </a:cubicBezTo>
                    <a:cubicBezTo>
                      <a:pt x="24442" y="11474"/>
                      <a:pt x="23905" y="12252"/>
                      <a:pt x="23239" y="12913"/>
                    </a:cubicBezTo>
                    <a:cubicBezTo>
                      <a:pt x="21829" y="14301"/>
                      <a:pt x="19896" y="15027"/>
                      <a:pt x="17921" y="14912"/>
                    </a:cubicBezTo>
                    <a:cubicBezTo>
                      <a:pt x="16985" y="14853"/>
                      <a:pt x="16069" y="14621"/>
                      <a:pt x="15217" y="14229"/>
                    </a:cubicBezTo>
                    <a:cubicBezTo>
                      <a:pt x="14363" y="13832"/>
                      <a:pt x="13588" y="13283"/>
                      <a:pt x="12931" y="12607"/>
                    </a:cubicBezTo>
                    <a:cubicBezTo>
                      <a:pt x="12236" y="11900"/>
                      <a:pt x="11700" y="11052"/>
                      <a:pt x="11359" y="1012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32"/>
              <p:cNvSpPr/>
              <p:nvPr/>
            </p:nvSpPr>
            <p:spPr>
              <a:xfrm>
                <a:off x="2880331" y="3817469"/>
                <a:ext cx="53162" cy="53315"/>
              </a:xfrm>
              <a:custGeom>
                <a:rect b="b" l="l" r="r" t="t"/>
                <a:pathLst>
                  <a:path extrusionOk="0" h="53315" w="53162">
                    <a:moveTo>
                      <a:pt x="4757" y="10519"/>
                    </a:moveTo>
                    <a:lnTo>
                      <a:pt x="24109" y="19322"/>
                    </a:lnTo>
                    <a:lnTo>
                      <a:pt x="32498" y="184"/>
                    </a:lnTo>
                    <a:lnTo>
                      <a:pt x="42169" y="4450"/>
                    </a:lnTo>
                    <a:lnTo>
                      <a:pt x="33883" y="24100"/>
                    </a:lnTo>
                    <a:lnTo>
                      <a:pt x="53412" y="32654"/>
                    </a:lnTo>
                    <a:lnTo>
                      <a:pt x="48924" y="42884"/>
                    </a:lnTo>
                    <a:lnTo>
                      <a:pt x="29620" y="33970"/>
                    </a:lnTo>
                    <a:lnTo>
                      <a:pt x="20924" y="53499"/>
                    </a:lnTo>
                    <a:lnTo>
                      <a:pt x="11253" y="49233"/>
                    </a:lnTo>
                    <a:lnTo>
                      <a:pt x="19590" y="29472"/>
                    </a:lnTo>
                    <a:lnTo>
                      <a:pt x="249" y="2094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32"/>
              <p:cNvSpPr/>
              <p:nvPr/>
            </p:nvSpPr>
            <p:spPr>
              <a:xfrm>
                <a:off x="2956092" y="3994704"/>
                <a:ext cx="23166" cy="17000"/>
              </a:xfrm>
              <a:custGeom>
                <a:rect b="b" l="l" r="r" t="t"/>
                <a:pathLst>
                  <a:path extrusionOk="0" h="17000" w="23166">
                    <a:moveTo>
                      <a:pt x="23415" y="9843"/>
                    </a:moveTo>
                    <a:lnTo>
                      <a:pt x="3882" y="17184"/>
                    </a:lnTo>
                    <a:lnTo>
                      <a:pt x="249" y="7526"/>
                    </a:lnTo>
                    <a:lnTo>
                      <a:pt x="19782" y="18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32"/>
              <p:cNvSpPr/>
              <p:nvPr/>
            </p:nvSpPr>
            <p:spPr>
              <a:xfrm>
                <a:off x="3000684" y="4135171"/>
                <a:ext cx="47326" cy="47867"/>
              </a:xfrm>
              <a:custGeom>
                <a:rect b="b" l="l" r="r" t="t"/>
                <a:pathLst>
                  <a:path extrusionOk="0" h="47867" w="47326">
                    <a:moveTo>
                      <a:pt x="249" y="27224"/>
                    </a:moveTo>
                    <a:lnTo>
                      <a:pt x="17002" y="20928"/>
                    </a:lnTo>
                    <a:lnTo>
                      <a:pt x="10613" y="3944"/>
                    </a:lnTo>
                    <a:lnTo>
                      <a:pt x="20617" y="184"/>
                    </a:lnTo>
                    <a:lnTo>
                      <a:pt x="27006" y="17167"/>
                    </a:lnTo>
                    <a:lnTo>
                      <a:pt x="43761" y="10870"/>
                    </a:lnTo>
                    <a:lnTo>
                      <a:pt x="47576" y="21012"/>
                    </a:lnTo>
                    <a:lnTo>
                      <a:pt x="30821" y="27309"/>
                    </a:lnTo>
                    <a:lnTo>
                      <a:pt x="37210" y="44291"/>
                    </a:lnTo>
                    <a:lnTo>
                      <a:pt x="27206" y="48051"/>
                    </a:lnTo>
                    <a:lnTo>
                      <a:pt x="20817" y="31069"/>
                    </a:lnTo>
                    <a:lnTo>
                      <a:pt x="4064" y="3736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32"/>
              <p:cNvSpPr/>
              <p:nvPr/>
            </p:nvSpPr>
            <p:spPr>
              <a:xfrm>
                <a:off x="2829233" y="4204526"/>
                <a:ext cx="53139" cy="41948"/>
              </a:xfrm>
              <a:custGeom>
                <a:rect b="b" l="l" r="r" t="t"/>
                <a:pathLst>
                  <a:path extrusionOk="0" h="41948" w="53139">
                    <a:moveTo>
                      <a:pt x="6063" y="31991"/>
                    </a:moveTo>
                    <a:lnTo>
                      <a:pt x="49574" y="15637"/>
                    </a:lnTo>
                    <a:lnTo>
                      <a:pt x="53388" y="25779"/>
                    </a:lnTo>
                    <a:lnTo>
                      <a:pt x="9878" y="42132"/>
                    </a:lnTo>
                    <a:close/>
                    <a:moveTo>
                      <a:pt x="249" y="16537"/>
                    </a:moveTo>
                    <a:lnTo>
                      <a:pt x="43760" y="184"/>
                    </a:lnTo>
                    <a:lnTo>
                      <a:pt x="47575" y="10326"/>
                    </a:lnTo>
                    <a:lnTo>
                      <a:pt x="4064" y="26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32"/>
              <p:cNvSpPr/>
              <p:nvPr/>
            </p:nvSpPr>
            <p:spPr>
              <a:xfrm>
                <a:off x="2313957" y="3845111"/>
                <a:ext cx="44988" cy="61283"/>
              </a:xfrm>
              <a:custGeom>
                <a:rect b="b" l="l" r="r" t="t"/>
                <a:pathLst>
                  <a:path extrusionOk="0" h="61283" w="44988">
                    <a:moveTo>
                      <a:pt x="17456" y="18004"/>
                    </a:moveTo>
                    <a:lnTo>
                      <a:pt x="9965" y="32302"/>
                    </a:lnTo>
                    <a:lnTo>
                      <a:pt x="249" y="26951"/>
                    </a:lnTo>
                    <a:lnTo>
                      <a:pt x="12687" y="4362"/>
                    </a:lnTo>
                    <a:lnTo>
                      <a:pt x="23802" y="184"/>
                    </a:lnTo>
                    <a:lnTo>
                      <a:pt x="45238" y="57171"/>
                    </a:lnTo>
                    <a:lnTo>
                      <a:pt x="33805" y="6146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32"/>
              <p:cNvSpPr/>
              <p:nvPr/>
            </p:nvSpPr>
            <p:spPr>
              <a:xfrm>
                <a:off x="2483292" y="3780734"/>
                <a:ext cx="54861" cy="67304"/>
              </a:xfrm>
              <a:custGeom>
                <a:rect b="b" l="l" r="r" t="t"/>
                <a:pathLst>
                  <a:path extrusionOk="0" h="67304" w="54861">
                    <a:moveTo>
                      <a:pt x="11073" y="54691"/>
                    </a:moveTo>
                    <a:lnTo>
                      <a:pt x="25429" y="26605"/>
                    </a:lnTo>
                    <a:cubicBezTo>
                      <a:pt x="26197" y="25074"/>
                      <a:pt x="26876" y="23500"/>
                      <a:pt x="27461" y="21890"/>
                    </a:cubicBezTo>
                    <a:cubicBezTo>
                      <a:pt x="28089" y="20235"/>
                      <a:pt x="28079" y="18405"/>
                      <a:pt x="27433" y="16756"/>
                    </a:cubicBezTo>
                    <a:cubicBezTo>
                      <a:pt x="26851" y="14968"/>
                      <a:pt x="25447" y="13565"/>
                      <a:pt x="23658" y="12984"/>
                    </a:cubicBezTo>
                    <a:cubicBezTo>
                      <a:pt x="21873" y="12401"/>
                      <a:pt x="19940" y="12462"/>
                      <a:pt x="18195" y="13154"/>
                    </a:cubicBezTo>
                    <a:cubicBezTo>
                      <a:pt x="16195" y="13782"/>
                      <a:pt x="14577" y="15265"/>
                      <a:pt x="13780" y="17202"/>
                    </a:cubicBezTo>
                    <a:cubicBezTo>
                      <a:pt x="13060" y="19109"/>
                      <a:pt x="13001" y="21201"/>
                      <a:pt x="13613" y="23144"/>
                    </a:cubicBezTo>
                    <a:lnTo>
                      <a:pt x="1372" y="26735"/>
                    </a:lnTo>
                    <a:cubicBezTo>
                      <a:pt x="459" y="24043"/>
                      <a:pt x="97" y="21196"/>
                      <a:pt x="307" y="18362"/>
                    </a:cubicBezTo>
                    <a:cubicBezTo>
                      <a:pt x="515" y="15895"/>
                      <a:pt x="1254" y="13502"/>
                      <a:pt x="2472" y="11347"/>
                    </a:cubicBezTo>
                    <a:cubicBezTo>
                      <a:pt x="3727" y="9180"/>
                      <a:pt x="5402" y="7286"/>
                      <a:pt x="7398" y="5775"/>
                    </a:cubicBezTo>
                    <a:cubicBezTo>
                      <a:pt x="9604" y="4097"/>
                      <a:pt x="12049" y="2760"/>
                      <a:pt x="14651" y="1808"/>
                    </a:cubicBezTo>
                    <a:cubicBezTo>
                      <a:pt x="17069" y="879"/>
                      <a:pt x="19619" y="340"/>
                      <a:pt x="22205" y="210"/>
                    </a:cubicBezTo>
                    <a:cubicBezTo>
                      <a:pt x="24588" y="82"/>
                      <a:pt x="26972" y="435"/>
                      <a:pt x="29214" y="1250"/>
                    </a:cubicBezTo>
                    <a:cubicBezTo>
                      <a:pt x="31440" y="2090"/>
                      <a:pt x="33445" y="3425"/>
                      <a:pt x="35078" y="5155"/>
                    </a:cubicBezTo>
                    <a:cubicBezTo>
                      <a:pt x="36940" y="7165"/>
                      <a:pt x="38371" y="9535"/>
                      <a:pt x="39284" y="12118"/>
                    </a:cubicBezTo>
                    <a:cubicBezTo>
                      <a:pt x="39928" y="13779"/>
                      <a:pt x="40367" y="15511"/>
                      <a:pt x="40591" y="17278"/>
                    </a:cubicBezTo>
                    <a:cubicBezTo>
                      <a:pt x="40774" y="18809"/>
                      <a:pt x="40762" y="20357"/>
                      <a:pt x="40555" y="21885"/>
                    </a:cubicBezTo>
                    <a:cubicBezTo>
                      <a:pt x="40351" y="23328"/>
                      <a:pt x="39986" y="24743"/>
                      <a:pt x="39469" y="26105"/>
                    </a:cubicBezTo>
                    <a:cubicBezTo>
                      <a:pt x="38937" y="27498"/>
                      <a:pt x="38331" y="28860"/>
                      <a:pt x="37652" y="30187"/>
                    </a:cubicBezTo>
                    <a:lnTo>
                      <a:pt x="26182" y="51492"/>
                    </a:lnTo>
                    <a:lnTo>
                      <a:pt x="51114" y="42122"/>
                    </a:lnTo>
                    <a:lnTo>
                      <a:pt x="55111" y="52747"/>
                    </a:lnTo>
                    <a:lnTo>
                      <a:pt x="15887" y="67489"/>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32"/>
              <p:cNvSpPr/>
              <p:nvPr/>
            </p:nvSpPr>
            <p:spPr>
              <a:xfrm>
                <a:off x="2649854" y="3719088"/>
                <a:ext cx="51947" cy="62755"/>
              </a:xfrm>
              <a:custGeom>
                <a:rect b="b" l="l" r="r" t="t"/>
                <a:pathLst>
                  <a:path extrusionOk="0" h="62755" w="51947">
                    <a:moveTo>
                      <a:pt x="18198" y="27698"/>
                    </a:moveTo>
                    <a:lnTo>
                      <a:pt x="22088" y="26236"/>
                    </a:lnTo>
                    <a:cubicBezTo>
                      <a:pt x="23178" y="25827"/>
                      <a:pt x="24236" y="25338"/>
                      <a:pt x="25253" y="24771"/>
                    </a:cubicBezTo>
                    <a:cubicBezTo>
                      <a:pt x="26209" y="24246"/>
                      <a:pt x="27071" y="23565"/>
                      <a:pt x="27802" y="22756"/>
                    </a:cubicBezTo>
                    <a:cubicBezTo>
                      <a:pt x="28497" y="21987"/>
                      <a:pt x="28972" y="21047"/>
                      <a:pt x="29180" y="20033"/>
                    </a:cubicBezTo>
                    <a:cubicBezTo>
                      <a:pt x="29377" y="18830"/>
                      <a:pt x="29227" y="17596"/>
                      <a:pt x="28747" y="16475"/>
                    </a:cubicBezTo>
                    <a:cubicBezTo>
                      <a:pt x="28150" y="14805"/>
                      <a:pt x="26808" y="13509"/>
                      <a:pt x="25118" y="12970"/>
                    </a:cubicBezTo>
                    <a:cubicBezTo>
                      <a:pt x="23292" y="12352"/>
                      <a:pt x="21304" y="12414"/>
                      <a:pt x="19520" y="13145"/>
                    </a:cubicBezTo>
                    <a:cubicBezTo>
                      <a:pt x="17828" y="13711"/>
                      <a:pt x="16396" y="14869"/>
                      <a:pt x="15490" y="16405"/>
                    </a:cubicBezTo>
                    <a:cubicBezTo>
                      <a:pt x="14669" y="17818"/>
                      <a:pt x="14332" y="19461"/>
                      <a:pt x="14531" y="21083"/>
                    </a:cubicBezTo>
                    <a:lnTo>
                      <a:pt x="401" y="23271"/>
                    </a:lnTo>
                    <a:cubicBezTo>
                      <a:pt x="92" y="20798"/>
                      <a:pt x="255" y="18289"/>
                      <a:pt x="883" y="15878"/>
                    </a:cubicBezTo>
                    <a:cubicBezTo>
                      <a:pt x="1461" y="13728"/>
                      <a:pt x="2459" y="11715"/>
                      <a:pt x="3818" y="9952"/>
                    </a:cubicBezTo>
                    <a:cubicBezTo>
                      <a:pt x="5211" y="8176"/>
                      <a:pt x="6880" y="6634"/>
                      <a:pt x="8760" y="5384"/>
                    </a:cubicBezTo>
                    <a:cubicBezTo>
                      <a:pt x="10791" y="4029"/>
                      <a:pt x="12973" y="2915"/>
                      <a:pt x="15263" y="2067"/>
                    </a:cubicBezTo>
                    <a:cubicBezTo>
                      <a:pt x="17685" y="1148"/>
                      <a:pt x="20218" y="551"/>
                      <a:pt x="22796" y="293"/>
                    </a:cubicBezTo>
                    <a:cubicBezTo>
                      <a:pt x="25202" y="32"/>
                      <a:pt x="27635" y="241"/>
                      <a:pt x="29961" y="907"/>
                    </a:cubicBezTo>
                    <a:cubicBezTo>
                      <a:pt x="32201" y="1565"/>
                      <a:pt x="34263" y="2722"/>
                      <a:pt x="35992" y="4290"/>
                    </a:cubicBezTo>
                    <a:cubicBezTo>
                      <a:pt x="37900" y="6085"/>
                      <a:pt x="39346" y="8316"/>
                      <a:pt x="40205" y="10791"/>
                    </a:cubicBezTo>
                    <a:cubicBezTo>
                      <a:pt x="41378" y="13665"/>
                      <a:pt x="41587" y="16842"/>
                      <a:pt x="40801" y="19846"/>
                    </a:cubicBezTo>
                    <a:cubicBezTo>
                      <a:pt x="39936" y="22811"/>
                      <a:pt x="37962" y="25329"/>
                      <a:pt x="35289" y="26878"/>
                    </a:cubicBezTo>
                    <a:lnTo>
                      <a:pt x="35380" y="27120"/>
                    </a:lnTo>
                    <a:cubicBezTo>
                      <a:pt x="37036" y="26702"/>
                      <a:pt x="38763" y="26648"/>
                      <a:pt x="40442" y="26963"/>
                    </a:cubicBezTo>
                    <a:cubicBezTo>
                      <a:pt x="42007" y="27269"/>
                      <a:pt x="43504" y="27858"/>
                      <a:pt x="44857" y="28703"/>
                    </a:cubicBezTo>
                    <a:cubicBezTo>
                      <a:pt x="46229" y="29570"/>
                      <a:pt x="47440" y="30670"/>
                      <a:pt x="48435" y="31951"/>
                    </a:cubicBezTo>
                    <a:cubicBezTo>
                      <a:pt x="49496" y="33306"/>
                      <a:pt x="50340" y="34817"/>
                      <a:pt x="50937" y="36431"/>
                    </a:cubicBezTo>
                    <a:cubicBezTo>
                      <a:pt x="51968" y="38998"/>
                      <a:pt x="52375" y="41773"/>
                      <a:pt x="52125" y="44528"/>
                    </a:cubicBezTo>
                    <a:cubicBezTo>
                      <a:pt x="51873" y="47006"/>
                      <a:pt x="51068" y="49396"/>
                      <a:pt x="49770" y="51523"/>
                    </a:cubicBezTo>
                    <a:cubicBezTo>
                      <a:pt x="48406" y="53711"/>
                      <a:pt x="46628" y="55611"/>
                      <a:pt x="44535" y="57119"/>
                    </a:cubicBezTo>
                    <a:cubicBezTo>
                      <a:pt x="42256" y="58784"/>
                      <a:pt x="39757" y="60126"/>
                      <a:pt x="37109" y="61105"/>
                    </a:cubicBezTo>
                    <a:cubicBezTo>
                      <a:pt x="32573" y="62951"/>
                      <a:pt x="27592" y="63417"/>
                      <a:pt x="22793" y="62443"/>
                    </a:cubicBezTo>
                    <a:cubicBezTo>
                      <a:pt x="18012" y="61251"/>
                      <a:pt x="13909" y="58194"/>
                      <a:pt x="11400" y="53955"/>
                    </a:cubicBezTo>
                    <a:lnTo>
                      <a:pt x="22824" y="46262"/>
                    </a:lnTo>
                    <a:cubicBezTo>
                      <a:pt x="23836" y="47988"/>
                      <a:pt x="25379" y="49342"/>
                      <a:pt x="27222" y="50122"/>
                    </a:cubicBezTo>
                    <a:cubicBezTo>
                      <a:pt x="29336" y="50800"/>
                      <a:pt x="31629" y="50660"/>
                      <a:pt x="33644" y="49728"/>
                    </a:cubicBezTo>
                    <a:cubicBezTo>
                      <a:pt x="35835" y="49106"/>
                      <a:pt x="37652" y="47570"/>
                      <a:pt x="38629" y="45513"/>
                    </a:cubicBezTo>
                    <a:cubicBezTo>
                      <a:pt x="39357" y="43580"/>
                      <a:pt x="39315" y="41441"/>
                      <a:pt x="38511" y="39539"/>
                    </a:cubicBezTo>
                    <a:cubicBezTo>
                      <a:pt x="38095" y="38186"/>
                      <a:pt x="37253" y="37005"/>
                      <a:pt x="36111" y="36169"/>
                    </a:cubicBezTo>
                    <a:cubicBezTo>
                      <a:pt x="35118" y="35534"/>
                      <a:pt x="33968" y="35187"/>
                      <a:pt x="32789" y="35168"/>
                    </a:cubicBezTo>
                    <a:cubicBezTo>
                      <a:pt x="31479" y="35150"/>
                      <a:pt x="30175" y="35345"/>
                      <a:pt x="28928" y="35746"/>
                    </a:cubicBezTo>
                    <a:cubicBezTo>
                      <a:pt x="27574" y="36163"/>
                      <a:pt x="26235" y="36620"/>
                      <a:pt x="24913" y="37117"/>
                    </a:cubicBezTo>
                    <a:lnTo>
                      <a:pt x="22135" y="3816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32"/>
              <p:cNvSpPr/>
              <p:nvPr/>
            </p:nvSpPr>
            <p:spPr>
              <a:xfrm>
                <a:off x="2378151" y="4002509"/>
                <a:ext cx="47008" cy="61282"/>
              </a:xfrm>
              <a:custGeom>
                <a:rect b="b" l="l" r="r" t="t"/>
                <a:pathLst>
                  <a:path extrusionOk="0" h="61282" w="47008">
                    <a:moveTo>
                      <a:pt x="28599" y="50037"/>
                    </a:moveTo>
                    <a:lnTo>
                      <a:pt x="4064" y="59259"/>
                    </a:lnTo>
                    <a:lnTo>
                      <a:pt x="249" y="49117"/>
                    </a:lnTo>
                    <a:lnTo>
                      <a:pt x="9874" y="5078"/>
                    </a:lnTo>
                    <a:lnTo>
                      <a:pt x="22895" y="184"/>
                    </a:lnTo>
                    <a:lnTo>
                      <a:pt x="36217" y="35599"/>
                    </a:lnTo>
                    <a:lnTo>
                      <a:pt x="43443" y="32884"/>
                    </a:lnTo>
                    <a:lnTo>
                      <a:pt x="47258" y="43025"/>
                    </a:lnTo>
                    <a:lnTo>
                      <a:pt x="40032" y="45741"/>
                    </a:lnTo>
                    <a:lnTo>
                      <a:pt x="44332" y="57170"/>
                    </a:lnTo>
                    <a:lnTo>
                      <a:pt x="32899" y="61467"/>
                    </a:lnTo>
                    <a:close/>
                    <a:moveTo>
                      <a:pt x="17397" y="20256"/>
                    </a:moveTo>
                    <a:lnTo>
                      <a:pt x="17238" y="20316"/>
                    </a:lnTo>
                    <a:lnTo>
                      <a:pt x="12160" y="44641"/>
                    </a:lnTo>
                    <a:lnTo>
                      <a:pt x="24784" y="3989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32"/>
              <p:cNvSpPr/>
              <p:nvPr/>
            </p:nvSpPr>
            <p:spPr>
              <a:xfrm>
                <a:off x="2541663" y="3935829"/>
                <a:ext cx="51651" cy="66943"/>
              </a:xfrm>
              <a:custGeom>
                <a:rect b="b" l="l" r="r" t="t"/>
                <a:pathLst>
                  <a:path extrusionOk="0" h="66943" w="51651">
                    <a:moveTo>
                      <a:pt x="38228" y="10809"/>
                    </a:moveTo>
                    <a:lnTo>
                      <a:pt x="15916" y="19195"/>
                    </a:lnTo>
                    <a:lnTo>
                      <a:pt x="18978" y="28058"/>
                    </a:lnTo>
                    <a:cubicBezTo>
                      <a:pt x="20417" y="26963"/>
                      <a:pt x="22025" y="26110"/>
                      <a:pt x="23739" y="25534"/>
                    </a:cubicBezTo>
                    <a:cubicBezTo>
                      <a:pt x="26403" y="24498"/>
                      <a:pt x="29227" y="23934"/>
                      <a:pt x="32084" y="23867"/>
                    </a:cubicBezTo>
                    <a:cubicBezTo>
                      <a:pt x="34677" y="23810"/>
                      <a:pt x="37253" y="24297"/>
                      <a:pt x="39646" y="25297"/>
                    </a:cubicBezTo>
                    <a:cubicBezTo>
                      <a:pt x="42023" y="26317"/>
                      <a:pt x="44154" y="27835"/>
                      <a:pt x="45895" y="29747"/>
                    </a:cubicBezTo>
                    <a:cubicBezTo>
                      <a:pt x="47818" y="31874"/>
                      <a:pt x="49307" y="34357"/>
                      <a:pt x="50278" y="37056"/>
                    </a:cubicBezTo>
                    <a:cubicBezTo>
                      <a:pt x="51439" y="39988"/>
                      <a:pt x="51988" y="43127"/>
                      <a:pt x="51889" y="46280"/>
                    </a:cubicBezTo>
                    <a:cubicBezTo>
                      <a:pt x="51783" y="49093"/>
                      <a:pt x="51074" y="51850"/>
                      <a:pt x="49810" y="54365"/>
                    </a:cubicBezTo>
                    <a:cubicBezTo>
                      <a:pt x="48513" y="56883"/>
                      <a:pt x="46712" y="59108"/>
                      <a:pt x="44519" y="60901"/>
                    </a:cubicBezTo>
                    <a:cubicBezTo>
                      <a:pt x="42123" y="62867"/>
                      <a:pt x="39411" y="64414"/>
                      <a:pt x="36499" y="65477"/>
                    </a:cubicBezTo>
                    <a:cubicBezTo>
                      <a:pt x="32196" y="67271"/>
                      <a:pt x="27425" y="67613"/>
                      <a:pt x="22910" y="66451"/>
                    </a:cubicBezTo>
                    <a:cubicBezTo>
                      <a:pt x="18401" y="65031"/>
                      <a:pt x="14547" y="62049"/>
                      <a:pt x="12042" y="58041"/>
                    </a:cubicBezTo>
                    <a:lnTo>
                      <a:pt x="23418" y="50459"/>
                    </a:lnTo>
                    <a:cubicBezTo>
                      <a:pt x="24374" y="52263"/>
                      <a:pt x="25932" y="53677"/>
                      <a:pt x="27821" y="54453"/>
                    </a:cubicBezTo>
                    <a:cubicBezTo>
                      <a:pt x="29711" y="55198"/>
                      <a:pt x="31815" y="55180"/>
                      <a:pt x="33692" y="54405"/>
                    </a:cubicBezTo>
                    <a:cubicBezTo>
                      <a:pt x="36010" y="53655"/>
                      <a:pt x="37893" y="51943"/>
                      <a:pt x="38859" y="49708"/>
                    </a:cubicBezTo>
                    <a:cubicBezTo>
                      <a:pt x="39763" y="47470"/>
                      <a:pt x="39749" y="44967"/>
                      <a:pt x="38821" y="42740"/>
                    </a:cubicBezTo>
                    <a:cubicBezTo>
                      <a:pt x="38277" y="41094"/>
                      <a:pt x="37274" y="39639"/>
                      <a:pt x="35929" y="38544"/>
                    </a:cubicBezTo>
                    <a:cubicBezTo>
                      <a:pt x="34723" y="37633"/>
                      <a:pt x="33314" y="37029"/>
                      <a:pt x="31823" y="36781"/>
                    </a:cubicBezTo>
                    <a:cubicBezTo>
                      <a:pt x="30254" y="36526"/>
                      <a:pt x="28652" y="36552"/>
                      <a:pt x="27092" y="36860"/>
                    </a:cubicBezTo>
                    <a:cubicBezTo>
                      <a:pt x="25472" y="37164"/>
                      <a:pt x="23880" y="37609"/>
                      <a:pt x="22336" y="38188"/>
                    </a:cubicBezTo>
                    <a:cubicBezTo>
                      <a:pt x="20352" y="38937"/>
                      <a:pt x="18443" y="39870"/>
                      <a:pt x="16634" y="40975"/>
                    </a:cubicBezTo>
                    <a:cubicBezTo>
                      <a:pt x="14818" y="42075"/>
                      <a:pt x="13086" y="43310"/>
                      <a:pt x="11454" y="44666"/>
                    </a:cubicBezTo>
                    <a:lnTo>
                      <a:pt x="249" y="12956"/>
                    </a:lnTo>
                    <a:lnTo>
                      <a:pt x="34231" y="18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32"/>
              <p:cNvSpPr/>
              <p:nvPr/>
            </p:nvSpPr>
            <p:spPr>
              <a:xfrm>
                <a:off x="2716413" y="3875981"/>
                <a:ext cx="45227" cy="64394"/>
              </a:xfrm>
              <a:custGeom>
                <a:rect b="b" l="l" r="r" t="t"/>
                <a:pathLst>
                  <a:path extrusionOk="0" h="64394" w="45227">
                    <a:moveTo>
                      <a:pt x="15762" y="25502"/>
                    </a:moveTo>
                    <a:cubicBezTo>
                      <a:pt x="16336" y="25103"/>
                      <a:pt x="16921" y="24729"/>
                      <a:pt x="17516" y="24384"/>
                    </a:cubicBezTo>
                    <a:cubicBezTo>
                      <a:pt x="18131" y="24028"/>
                      <a:pt x="18774" y="23725"/>
                      <a:pt x="19439" y="23477"/>
                    </a:cubicBezTo>
                    <a:cubicBezTo>
                      <a:pt x="21911" y="22510"/>
                      <a:pt x="24560" y="22078"/>
                      <a:pt x="27211" y="22210"/>
                    </a:cubicBezTo>
                    <a:cubicBezTo>
                      <a:pt x="29660" y="22338"/>
                      <a:pt x="32058" y="22970"/>
                      <a:pt x="34252" y="24065"/>
                    </a:cubicBezTo>
                    <a:cubicBezTo>
                      <a:pt x="36467" y="25194"/>
                      <a:pt x="38437" y="26748"/>
                      <a:pt x="40050" y="28639"/>
                    </a:cubicBezTo>
                    <a:cubicBezTo>
                      <a:pt x="41783" y="30649"/>
                      <a:pt x="43142" y="32955"/>
                      <a:pt x="44061" y="35444"/>
                    </a:cubicBezTo>
                    <a:cubicBezTo>
                      <a:pt x="45137" y="38185"/>
                      <a:pt x="45609" y="41125"/>
                      <a:pt x="45445" y="44065"/>
                    </a:cubicBezTo>
                    <a:cubicBezTo>
                      <a:pt x="45277" y="46792"/>
                      <a:pt x="44553" y="49457"/>
                      <a:pt x="43316" y="51894"/>
                    </a:cubicBezTo>
                    <a:cubicBezTo>
                      <a:pt x="42036" y="54376"/>
                      <a:pt x="40279" y="56582"/>
                      <a:pt x="38145" y="58385"/>
                    </a:cubicBezTo>
                    <a:cubicBezTo>
                      <a:pt x="33520" y="62266"/>
                      <a:pt x="27707" y="64451"/>
                      <a:pt x="21670" y="64577"/>
                    </a:cubicBezTo>
                    <a:cubicBezTo>
                      <a:pt x="18889" y="64615"/>
                      <a:pt x="16127" y="64108"/>
                      <a:pt x="13540" y="63085"/>
                    </a:cubicBezTo>
                    <a:cubicBezTo>
                      <a:pt x="11003" y="62067"/>
                      <a:pt x="8702" y="60539"/>
                      <a:pt x="6778" y="58598"/>
                    </a:cubicBezTo>
                    <a:cubicBezTo>
                      <a:pt x="4717" y="56495"/>
                      <a:pt x="3134" y="53971"/>
                      <a:pt x="2138" y="51201"/>
                    </a:cubicBezTo>
                    <a:cubicBezTo>
                      <a:pt x="1414" y="49328"/>
                      <a:pt x="895" y="47382"/>
                      <a:pt x="591" y="45398"/>
                    </a:cubicBezTo>
                    <a:cubicBezTo>
                      <a:pt x="328" y="43630"/>
                      <a:pt x="216" y="41844"/>
                      <a:pt x="257" y="40057"/>
                    </a:cubicBezTo>
                    <a:cubicBezTo>
                      <a:pt x="299" y="38342"/>
                      <a:pt x="474" y="36633"/>
                      <a:pt x="781" y="34945"/>
                    </a:cubicBezTo>
                    <a:cubicBezTo>
                      <a:pt x="1085" y="33269"/>
                      <a:pt x="1416" y="31538"/>
                      <a:pt x="1771" y="29750"/>
                    </a:cubicBezTo>
                    <a:lnTo>
                      <a:pt x="6751" y="5645"/>
                    </a:lnTo>
                    <a:lnTo>
                      <a:pt x="21282" y="184"/>
                    </a:lnTo>
                    <a:close/>
                    <a:moveTo>
                      <a:pt x="31969" y="39437"/>
                    </a:moveTo>
                    <a:cubicBezTo>
                      <a:pt x="30001" y="34744"/>
                      <a:pt x="24600" y="32534"/>
                      <a:pt x="19905" y="34502"/>
                    </a:cubicBezTo>
                    <a:cubicBezTo>
                      <a:pt x="15210" y="36469"/>
                      <a:pt x="12999" y="41868"/>
                      <a:pt x="14967" y="46561"/>
                    </a:cubicBezTo>
                    <a:cubicBezTo>
                      <a:pt x="16935" y="51254"/>
                      <a:pt x="22337" y="53463"/>
                      <a:pt x="27032" y="51496"/>
                    </a:cubicBezTo>
                    <a:cubicBezTo>
                      <a:pt x="29186" y="50593"/>
                      <a:pt x="30918" y="48906"/>
                      <a:pt x="31875" y="46776"/>
                    </a:cubicBezTo>
                    <a:cubicBezTo>
                      <a:pt x="32908" y="44445"/>
                      <a:pt x="32942" y="41793"/>
                      <a:pt x="31969" y="3943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32"/>
              <p:cNvSpPr/>
              <p:nvPr/>
            </p:nvSpPr>
            <p:spPr>
              <a:xfrm>
                <a:off x="2426459" y="4157018"/>
                <a:ext cx="45124" cy="70652"/>
              </a:xfrm>
              <a:custGeom>
                <a:rect b="b" l="l" r="r" t="t"/>
                <a:pathLst>
                  <a:path extrusionOk="0" h="70652" w="45124">
                    <a:moveTo>
                      <a:pt x="32218" y="16304"/>
                    </a:moveTo>
                    <a:lnTo>
                      <a:pt x="4428" y="26749"/>
                    </a:lnTo>
                    <a:lnTo>
                      <a:pt x="249" y="15641"/>
                    </a:lnTo>
                    <a:lnTo>
                      <a:pt x="41377" y="184"/>
                    </a:lnTo>
                    <a:lnTo>
                      <a:pt x="45374" y="10809"/>
                    </a:lnTo>
                    <a:lnTo>
                      <a:pt x="40346" y="65615"/>
                    </a:lnTo>
                    <a:lnTo>
                      <a:pt x="26450" y="7083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32"/>
              <p:cNvSpPr/>
              <p:nvPr/>
            </p:nvSpPr>
            <p:spPr>
              <a:xfrm>
                <a:off x="2602961" y="4096436"/>
                <a:ext cx="50971" cy="62611"/>
              </a:xfrm>
              <a:custGeom>
                <a:rect b="b" l="l" r="r" t="t"/>
                <a:pathLst>
                  <a:path extrusionOk="0" h="62611" w="50971">
                    <a:moveTo>
                      <a:pt x="1426" y="24813"/>
                    </a:moveTo>
                    <a:cubicBezTo>
                      <a:pt x="477" y="22457"/>
                      <a:pt x="93" y="19911"/>
                      <a:pt x="306" y="17380"/>
                    </a:cubicBezTo>
                    <a:cubicBezTo>
                      <a:pt x="535" y="15095"/>
                      <a:pt x="1288" y="12894"/>
                      <a:pt x="2509" y="10949"/>
                    </a:cubicBezTo>
                    <a:cubicBezTo>
                      <a:pt x="3793" y="8924"/>
                      <a:pt x="5452" y="7162"/>
                      <a:pt x="7397" y="5757"/>
                    </a:cubicBezTo>
                    <a:cubicBezTo>
                      <a:pt x="11697" y="2672"/>
                      <a:pt x="16737" y="778"/>
                      <a:pt x="22006" y="267"/>
                    </a:cubicBezTo>
                    <a:cubicBezTo>
                      <a:pt x="24383" y="41"/>
                      <a:pt x="26781" y="278"/>
                      <a:pt x="29067" y="966"/>
                    </a:cubicBezTo>
                    <a:cubicBezTo>
                      <a:pt x="31258" y="1647"/>
                      <a:pt x="33272" y="2804"/>
                      <a:pt x="34964" y="4354"/>
                    </a:cubicBezTo>
                    <a:cubicBezTo>
                      <a:pt x="36815" y="6101"/>
                      <a:pt x="38220" y="8267"/>
                      <a:pt x="39060" y="10669"/>
                    </a:cubicBezTo>
                    <a:cubicBezTo>
                      <a:pt x="40217" y="13500"/>
                      <a:pt x="40392" y="16636"/>
                      <a:pt x="39557" y="19577"/>
                    </a:cubicBezTo>
                    <a:cubicBezTo>
                      <a:pt x="38637" y="22519"/>
                      <a:pt x="36788" y="25084"/>
                      <a:pt x="34286" y="26887"/>
                    </a:cubicBezTo>
                    <a:lnTo>
                      <a:pt x="34346" y="27048"/>
                    </a:lnTo>
                    <a:cubicBezTo>
                      <a:pt x="37698" y="26606"/>
                      <a:pt x="41101" y="27320"/>
                      <a:pt x="43991" y="29074"/>
                    </a:cubicBezTo>
                    <a:cubicBezTo>
                      <a:pt x="46824" y="30958"/>
                      <a:pt x="48950" y="33729"/>
                      <a:pt x="50035" y="36953"/>
                    </a:cubicBezTo>
                    <a:cubicBezTo>
                      <a:pt x="51031" y="39444"/>
                      <a:pt x="51408" y="42140"/>
                      <a:pt x="51133" y="44809"/>
                    </a:cubicBezTo>
                    <a:cubicBezTo>
                      <a:pt x="50859" y="47240"/>
                      <a:pt x="50034" y="49577"/>
                      <a:pt x="48719" y="51641"/>
                    </a:cubicBezTo>
                    <a:cubicBezTo>
                      <a:pt x="47347" y="53761"/>
                      <a:pt x="45603" y="55615"/>
                      <a:pt x="43571" y="57113"/>
                    </a:cubicBezTo>
                    <a:cubicBezTo>
                      <a:pt x="39218" y="60342"/>
                      <a:pt x="34047" y="62285"/>
                      <a:pt x="28645" y="62723"/>
                    </a:cubicBezTo>
                    <a:cubicBezTo>
                      <a:pt x="26129" y="62933"/>
                      <a:pt x="23596" y="62687"/>
                      <a:pt x="21168" y="61996"/>
                    </a:cubicBezTo>
                    <a:cubicBezTo>
                      <a:pt x="18818" y="61310"/>
                      <a:pt x="16656" y="60095"/>
                      <a:pt x="14847" y="58446"/>
                    </a:cubicBezTo>
                    <a:cubicBezTo>
                      <a:pt x="12881" y="56620"/>
                      <a:pt x="11387" y="54344"/>
                      <a:pt x="10495" y="51814"/>
                    </a:cubicBezTo>
                    <a:cubicBezTo>
                      <a:pt x="9187" y="48674"/>
                      <a:pt x="8960" y="45188"/>
                      <a:pt x="9851" y="41905"/>
                    </a:cubicBezTo>
                    <a:cubicBezTo>
                      <a:pt x="10867" y="38683"/>
                      <a:pt x="12955" y="35905"/>
                      <a:pt x="15768" y="34032"/>
                    </a:cubicBezTo>
                    <a:lnTo>
                      <a:pt x="15708" y="33871"/>
                    </a:lnTo>
                    <a:cubicBezTo>
                      <a:pt x="12638" y="34161"/>
                      <a:pt x="9556" y="33449"/>
                      <a:pt x="6925" y="31842"/>
                    </a:cubicBezTo>
                    <a:cubicBezTo>
                      <a:pt x="4358" y="30179"/>
                      <a:pt x="2422" y="27705"/>
                      <a:pt x="1426" y="24813"/>
                    </a:cubicBezTo>
                    <a:close/>
                    <a:moveTo>
                      <a:pt x="21768" y="45647"/>
                    </a:moveTo>
                    <a:cubicBezTo>
                      <a:pt x="22459" y="47575"/>
                      <a:pt x="23930" y="49123"/>
                      <a:pt x="25820" y="49912"/>
                    </a:cubicBezTo>
                    <a:cubicBezTo>
                      <a:pt x="30169" y="51462"/>
                      <a:pt x="35002" y="49646"/>
                      <a:pt x="37253" y="45616"/>
                    </a:cubicBezTo>
                    <a:cubicBezTo>
                      <a:pt x="38154" y="43776"/>
                      <a:pt x="38240" y="41644"/>
                      <a:pt x="37491" y="39738"/>
                    </a:cubicBezTo>
                    <a:cubicBezTo>
                      <a:pt x="36800" y="37781"/>
                      <a:pt x="35318" y="36204"/>
                      <a:pt x="33407" y="35393"/>
                    </a:cubicBezTo>
                    <a:cubicBezTo>
                      <a:pt x="29058" y="33844"/>
                      <a:pt x="24225" y="35660"/>
                      <a:pt x="21974" y="39690"/>
                    </a:cubicBezTo>
                    <a:cubicBezTo>
                      <a:pt x="21072" y="41559"/>
                      <a:pt x="20997" y="43720"/>
                      <a:pt x="21768" y="45647"/>
                    </a:cubicBezTo>
                    <a:close/>
                    <a:moveTo>
                      <a:pt x="13971" y="22028"/>
                    </a:moveTo>
                    <a:cubicBezTo>
                      <a:pt x="14583" y="23743"/>
                      <a:pt x="15891" y="25120"/>
                      <a:pt x="17572" y="25820"/>
                    </a:cubicBezTo>
                    <a:cubicBezTo>
                      <a:pt x="21379" y="27206"/>
                      <a:pt x="25628" y="25609"/>
                      <a:pt x="27577" y="22059"/>
                    </a:cubicBezTo>
                    <a:cubicBezTo>
                      <a:pt x="28380" y="20425"/>
                      <a:pt x="28456" y="18528"/>
                      <a:pt x="27787" y="16836"/>
                    </a:cubicBezTo>
                    <a:cubicBezTo>
                      <a:pt x="27172" y="15151"/>
                      <a:pt x="25875" y="13805"/>
                      <a:pt x="24216" y="13125"/>
                    </a:cubicBezTo>
                    <a:cubicBezTo>
                      <a:pt x="20409" y="11738"/>
                      <a:pt x="16159" y="13336"/>
                      <a:pt x="14210" y="16886"/>
                    </a:cubicBezTo>
                    <a:cubicBezTo>
                      <a:pt x="13410" y="18490"/>
                      <a:pt x="13323" y="20357"/>
                      <a:pt x="13971" y="2202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32"/>
              <p:cNvSpPr/>
              <p:nvPr/>
            </p:nvSpPr>
            <p:spPr>
              <a:xfrm>
                <a:off x="2768249" y="4032051"/>
                <a:ext cx="45228" cy="64380"/>
              </a:xfrm>
              <a:custGeom>
                <a:rect b="b" l="l" r="r" t="t"/>
                <a:pathLst>
                  <a:path extrusionOk="0" h="64380" w="45228">
                    <a:moveTo>
                      <a:pt x="29963" y="39247"/>
                    </a:moveTo>
                    <a:cubicBezTo>
                      <a:pt x="29388" y="39647"/>
                      <a:pt x="28803" y="40020"/>
                      <a:pt x="28209" y="40366"/>
                    </a:cubicBezTo>
                    <a:cubicBezTo>
                      <a:pt x="27595" y="40722"/>
                      <a:pt x="26951" y="41025"/>
                      <a:pt x="26285" y="41272"/>
                    </a:cubicBezTo>
                    <a:cubicBezTo>
                      <a:pt x="23814" y="42240"/>
                      <a:pt x="21165" y="42672"/>
                      <a:pt x="18514" y="42539"/>
                    </a:cubicBezTo>
                    <a:cubicBezTo>
                      <a:pt x="16064" y="42412"/>
                      <a:pt x="13668" y="41780"/>
                      <a:pt x="11474" y="40684"/>
                    </a:cubicBezTo>
                    <a:cubicBezTo>
                      <a:pt x="9259" y="39557"/>
                      <a:pt x="7289" y="38003"/>
                      <a:pt x="5676" y="36112"/>
                    </a:cubicBezTo>
                    <a:cubicBezTo>
                      <a:pt x="3943" y="34101"/>
                      <a:pt x="2584" y="31795"/>
                      <a:pt x="1665" y="29304"/>
                    </a:cubicBezTo>
                    <a:cubicBezTo>
                      <a:pt x="588" y="26564"/>
                      <a:pt x="116" y="23624"/>
                      <a:pt x="281" y="20684"/>
                    </a:cubicBezTo>
                    <a:cubicBezTo>
                      <a:pt x="448" y="17957"/>
                      <a:pt x="1172" y="15292"/>
                      <a:pt x="2409" y="12856"/>
                    </a:cubicBezTo>
                    <a:cubicBezTo>
                      <a:pt x="3681" y="10383"/>
                      <a:pt x="5424" y="8183"/>
                      <a:pt x="7542" y="6379"/>
                    </a:cubicBezTo>
                    <a:cubicBezTo>
                      <a:pt x="12166" y="2498"/>
                      <a:pt x="17980" y="313"/>
                      <a:pt x="24018" y="187"/>
                    </a:cubicBezTo>
                    <a:cubicBezTo>
                      <a:pt x="26811" y="139"/>
                      <a:pt x="29586" y="641"/>
                      <a:pt x="32185" y="1665"/>
                    </a:cubicBezTo>
                    <a:cubicBezTo>
                      <a:pt x="34721" y="2684"/>
                      <a:pt x="37023" y="4211"/>
                      <a:pt x="38949" y="6151"/>
                    </a:cubicBezTo>
                    <a:cubicBezTo>
                      <a:pt x="41009" y="8255"/>
                      <a:pt x="42591" y="10778"/>
                      <a:pt x="43588" y="13548"/>
                    </a:cubicBezTo>
                    <a:cubicBezTo>
                      <a:pt x="44311" y="15421"/>
                      <a:pt x="44830" y="17367"/>
                      <a:pt x="45135" y="19351"/>
                    </a:cubicBezTo>
                    <a:cubicBezTo>
                      <a:pt x="45397" y="21119"/>
                      <a:pt x="45509" y="22906"/>
                      <a:pt x="45469" y="24692"/>
                    </a:cubicBezTo>
                    <a:cubicBezTo>
                      <a:pt x="45427" y="26407"/>
                      <a:pt x="45252" y="28116"/>
                      <a:pt x="44946" y="29803"/>
                    </a:cubicBezTo>
                    <a:cubicBezTo>
                      <a:pt x="44638" y="31480"/>
                      <a:pt x="44307" y="33212"/>
                      <a:pt x="43954" y="35000"/>
                    </a:cubicBezTo>
                    <a:lnTo>
                      <a:pt x="38974" y="59103"/>
                    </a:lnTo>
                    <a:lnTo>
                      <a:pt x="24444" y="64564"/>
                    </a:lnTo>
                    <a:close/>
                    <a:moveTo>
                      <a:pt x="13755" y="25312"/>
                    </a:moveTo>
                    <a:cubicBezTo>
                      <a:pt x="15723" y="30005"/>
                      <a:pt x="21125" y="32214"/>
                      <a:pt x="25820" y="30247"/>
                    </a:cubicBezTo>
                    <a:cubicBezTo>
                      <a:pt x="30514" y="28280"/>
                      <a:pt x="32725" y="22881"/>
                      <a:pt x="30757" y="18188"/>
                    </a:cubicBezTo>
                    <a:cubicBezTo>
                      <a:pt x="28789" y="13495"/>
                      <a:pt x="23388" y="11286"/>
                      <a:pt x="18693" y="13253"/>
                    </a:cubicBezTo>
                    <a:cubicBezTo>
                      <a:pt x="16538" y="14156"/>
                      <a:pt x="14807" y="15843"/>
                      <a:pt x="13849" y="17973"/>
                    </a:cubicBezTo>
                    <a:cubicBezTo>
                      <a:pt x="12817" y="20304"/>
                      <a:pt x="12783" y="22956"/>
                      <a:pt x="13755" y="2531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32"/>
              <p:cNvSpPr/>
              <p:nvPr/>
            </p:nvSpPr>
            <p:spPr>
              <a:xfrm>
                <a:off x="2491648" y="4322162"/>
                <a:ext cx="48923" cy="61801"/>
              </a:xfrm>
              <a:custGeom>
                <a:rect b="b" l="l" r="r" t="t"/>
                <a:pathLst>
                  <a:path extrusionOk="0" h="61801" w="48923">
                    <a:moveTo>
                      <a:pt x="3829" y="38933"/>
                    </a:moveTo>
                    <a:cubicBezTo>
                      <a:pt x="2536" y="35477"/>
                      <a:pt x="1545" y="31915"/>
                      <a:pt x="867" y="28288"/>
                    </a:cubicBezTo>
                    <a:cubicBezTo>
                      <a:pt x="169" y="24756"/>
                      <a:pt x="61" y="21133"/>
                      <a:pt x="549" y="17566"/>
                    </a:cubicBezTo>
                    <a:cubicBezTo>
                      <a:pt x="1022" y="14183"/>
                      <a:pt x="2318" y="10968"/>
                      <a:pt x="4323" y="8202"/>
                    </a:cubicBezTo>
                    <a:cubicBezTo>
                      <a:pt x="9381" y="2196"/>
                      <a:pt x="17202" y="-743"/>
                      <a:pt x="24965" y="443"/>
                    </a:cubicBezTo>
                    <a:cubicBezTo>
                      <a:pt x="28297" y="1204"/>
                      <a:pt x="31391" y="2769"/>
                      <a:pt x="33977" y="5002"/>
                    </a:cubicBezTo>
                    <a:cubicBezTo>
                      <a:pt x="36693" y="7365"/>
                      <a:pt x="39001" y="10161"/>
                      <a:pt x="40805" y="13277"/>
                    </a:cubicBezTo>
                    <a:cubicBezTo>
                      <a:pt x="44585" y="19634"/>
                      <a:pt x="47209" y="26610"/>
                      <a:pt x="48556" y="33881"/>
                    </a:cubicBezTo>
                    <a:cubicBezTo>
                      <a:pt x="49253" y="37413"/>
                      <a:pt x="49360" y="41036"/>
                      <a:pt x="48873" y="44603"/>
                    </a:cubicBezTo>
                    <a:cubicBezTo>
                      <a:pt x="48401" y="47986"/>
                      <a:pt x="47106" y="51203"/>
                      <a:pt x="45100" y="53969"/>
                    </a:cubicBezTo>
                    <a:cubicBezTo>
                      <a:pt x="40042" y="59973"/>
                      <a:pt x="32221" y="62912"/>
                      <a:pt x="24458" y="61727"/>
                    </a:cubicBezTo>
                    <a:cubicBezTo>
                      <a:pt x="21126" y="60967"/>
                      <a:pt x="18031" y="59401"/>
                      <a:pt x="15445" y="57167"/>
                    </a:cubicBezTo>
                    <a:cubicBezTo>
                      <a:pt x="12727" y="54805"/>
                      <a:pt x="10420" y="52009"/>
                      <a:pt x="8618" y="48893"/>
                    </a:cubicBezTo>
                    <a:cubicBezTo>
                      <a:pt x="6737" y="45717"/>
                      <a:pt x="5135" y="42385"/>
                      <a:pt x="3829" y="38933"/>
                    </a:cubicBezTo>
                    <a:close/>
                    <a:moveTo>
                      <a:pt x="15740" y="34456"/>
                    </a:moveTo>
                    <a:cubicBezTo>
                      <a:pt x="16306" y="35959"/>
                      <a:pt x="17048" y="37732"/>
                      <a:pt x="17966" y="39775"/>
                    </a:cubicBezTo>
                    <a:cubicBezTo>
                      <a:pt x="18860" y="41775"/>
                      <a:pt x="19982" y="43666"/>
                      <a:pt x="21310" y="45408"/>
                    </a:cubicBezTo>
                    <a:cubicBezTo>
                      <a:pt x="22508" y="47026"/>
                      <a:pt x="24046" y="48361"/>
                      <a:pt x="25817" y="49319"/>
                    </a:cubicBezTo>
                    <a:cubicBezTo>
                      <a:pt x="29636" y="50944"/>
                      <a:pt x="34060" y="49282"/>
                      <a:pt x="35862" y="45544"/>
                    </a:cubicBezTo>
                    <a:cubicBezTo>
                      <a:pt x="36586" y="43657"/>
                      <a:pt x="36877" y="41633"/>
                      <a:pt x="36714" y="39619"/>
                    </a:cubicBezTo>
                    <a:cubicBezTo>
                      <a:pt x="36562" y="37433"/>
                      <a:pt x="36160" y="35273"/>
                      <a:pt x="35514" y="33179"/>
                    </a:cubicBezTo>
                    <a:cubicBezTo>
                      <a:pt x="34859" y="31037"/>
                      <a:pt x="34249" y="29214"/>
                      <a:pt x="33683" y="27712"/>
                    </a:cubicBezTo>
                    <a:cubicBezTo>
                      <a:pt x="33119" y="26210"/>
                      <a:pt x="32377" y="24437"/>
                      <a:pt x="31457" y="22393"/>
                    </a:cubicBezTo>
                    <a:cubicBezTo>
                      <a:pt x="30563" y="20393"/>
                      <a:pt x="29442" y="18503"/>
                      <a:pt x="28115" y="16761"/>
                    </a:cubicBezTo>
                    <a:cubicBezTo>
                      <a:pt x="26911" y="15138"/>
                      <a:pt x="25357" y="13807"/>
                      <a:pt x="23570" y="12865"/>
                    </a:cubicBezTo>
                    <a:cubicBezTo>
                      <a:pt x="19750" y="11237"/>
                      <a:pt x="15325" y="12900"/>
                      <a:pt x="13524" y="16640"/>
                    </a:cubicBezTo>
                    <a:cubicBezTo>
                      <a:pt x="12824" y="18526"/>
                      <a:pt x="12546" y="20544"/>
                      <a:pt x="12711" y="22549"/>
                    </a:cubicBezTo>
                    <a:cubicBezTo>
                      <a:pt x="12861" y="24735"/>
                      <a:pt x="13263" y="26896"/>
                      <a:pt x="13909" y="28989"/>
                    </a:cubicBezTo>
                    <a:cubicBezTo>
                      <a:pt x="14564" y="31131"/>
                      <a:pt x="15175" y="32954"/>
                      <a:pt x="15740" y="3445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32"/>
              <p:cNvSpPr/>
              <p:nvPr/>
            </p:nvSpPr>
            <p:spPr>
              <a:xfrm>
                <a:off x="2645988" y="4250717"/>
                <a:ext cx="83604" cy="71954"/>
              </a:xfrm>
              <a:custGeom>
                <a:rect b="b" l="l" r="r" t="t"/>
                <a:pathLst>
                  <a:path extrusionOk="0" h="71954" w="83604">
                    <a:moveTo>
                      <a:pt x="1361" y="35934"/>
                    </a:moveTo>
                    <a:cubicBezTo>
                      <a:pt x="547" y="33812"/>
                      <a:pt x="173" y="31545"/>
                      <a:pt x="262" y="29274"/>
                    </a:cubicBezTo>
                    <a:cubicBezTo>
                      <a:pt x="341" y="27096"/>
                      <a:pt x="825" y="24951"/>
                      <a:pt x="1689" y="22950"/>
                    </a:cubicBezTo>
                    <a:cubicBezTo>
                      <a:pt x="2554" y="20963"/>
                      <a:pt x="3803" y="19167"/>
                      <a:pt x="5365" y="17664"/>
                    </a:cubicBezTo>
                    <a:cubicBezTo>
                      <a:pt x="8645" y="14533"/>
                      <a:pt x="13061" y="12874"/>
                      <a:pt x="17593" y="13069"/>
                    </a:cubicBezTo>
                    <a:cubicBezTo>
                      <a:pt x="19758" y="13172"/>
                      <a:pt x="21881" y="13700"/>
                      <a:pt x="23841" y="14624"/>
                    </a:cubicBezTo>
                    <a:cubicBezTo>
                      <a:pt x="25809" y="15562"/>
                      <a:pt x="27587" y="16857"/>
                      <a:pt x="29083" y="18442"/>
                    </a:cubicBezTo>
                    <a:cubicBezTo>
                      <a:pt x="32217" y="21794"/>
                      <a:pt x="33893" y="26251"/>
                      <a:pt x="33746" y="30837"/>
                    </a:cubicBezTo>
                    <a:cubicBezTo>
                      <a:pt x="33665" y="33015"/>
                      <a:pt x="33181" y="35159"/>
                      <a:pt x="32318" y="37160"/>
                    </a:cubicBezTo>
                    <a:cubicBezTo>
                      <a:pt x="31454" y="39147"/>
                      <a:pt x="30205" y="40943"/>
                      <a:pt x="28644" y="42446"/>
                    </a:cubicBezTo>
                    <a:cubicBezTo>
                      <a:pt x="25364" y="45577"/>
                      <a:pt x="20948" y="47237"/>
                      <a:pt x="16417" y="47042"/>
                    </a:cubicBezTo>
                    <a:cubicBezTo>
                      <a:pt x="14251" y="46940"/>
                      <a:pt x="12127" y="46412"/>
                      <a:pt x="10166" y="45486"/>
                    </a:cubicBezTo>
                    <a:cubicBezTo>
                      <a:pt x="8197" y="44550"/>
                      <a:pt x="6420" y="43255"/>
                      <a:pt x="4924" y="41669"/>
                    </a:cubicBezTo>
                    <a:cubicBezTo>
                      <a:pt x="3359" y="40019"/>
                      <a:pt x="2147" y="38067"/>
                      <a:pt x="1362" y="35934"/>
                    </a:cubicBezTo>
                    <a:close/>
                    <a:moveTo>
                      <a:pt x="24547" y="27220"/>
                    </a:moveTo>
                    <a:cubicBezTo>
                      <a:pt x="23819" y="25161"/>
                      <a:pt x="22289" y="23483"/>
                      <a:pt x="20305" y="22568"/>
                    </a:cubicBezTo>
                    <a:cubicBezTo>
                      <a:pt x="16296" y="20697"/>
                      <a:pt x="11530" y="22429"/>
                      <a:pt x="9659" y="26436"/>
                    </a:cubicBezTo>
                    <a:cubicBezTo>
                      <a:pt x="9634" y="26489"/>
                      <a:pt x="9609" y="26543"/>
                      <a:pt x="9586" y="26597"/>
                    </a:cubicBezTo>
                    <a:cubicBezTo>
                      <a:pt x="7828" y="30759"/>
                      <a:pt x="9638" y="35569"/>
                      <a:pt x="13704" y="37543"/>
                    </a:cubicBezTo>
                    <a:cubicBezTo>
                      <a:pt x="17713" y="39413"/>
                      <a:pt x="22479" y="37681"/>
                      <a:pt x="24351" y="33674"/>
                    </a:cubicBezTo>
                    <a:cubicBezTo>
                      <a:pt x="24375" y="33621"/>
                      <a:pt x="24400" y="33567"/>
                      <a:pt x="24423" y="33514"/>
                    </a:cubicBezTo>
                    <a:cubicBezTo>
                      <a:pt x="25313" y="31519"/>
                      <a:pt x="25358" y="29249"/>
                      <a:pt x="24547" y="27220"/>
                    </a:cubicBezTo>
                    <a:close/>
                    <a:moveTo>
                      <a:pt x="43196" y="184"/>
                    </a:moveTo>
                    <a:lnTo>
                      <a:pt x="51287" y="1460"/>
                    </a:lnTo>
                    <a:lnTo>
                      <a:pt x="40448" y="72139"/>
                    </a:lnTo>
                    <a:lnTo>
                      <a:pt x="33112" y="70946"/>
                    </a:lnTo>
                    <a:close/>
                    <a:moveTo>
                      <a:pt x="51444" y="47887"/>
                    </a:moveTo>
                    <a:cubicBezTo>
                      <a:pt x="50628" y="45765"/>
                      <a:pt x="50253" y="43499"/>
                      <a:pt x="50342" y="41228"/>
                    </a:cubicBezTo>
                    <a:cubicBezTo>
                      <a:pt x="50422" y="39049"/>
                      <a:pt x="50906" y="36905"/>
                      <a:pt x="51770" y="34903"/>
                    </a:cubicBezTo>
                    <a:cubicBezTo>
                      <a:pt x="52635" y="32917"/>
                      <a:pt x="53885" y="31120"/>
                      <a:pt x="55446" y="29617"/>
                    </a:cubicBezTo>
                    <a:cubicBezTo>
                      <a:pt x="58726" y="26486"/>
                      <a:pt x="63141" y="24826"/>
                      <a:pt x="67673" y="25021"/>
                    </a:cubicBezTo>
                    <a:cubicBezTo>
                      <a:pt x="69838" y="25125"/>
                      <a:pt x="71962" y="25653"/>
                      <a:pt x="73923" y="26577"/>
                    </a:cubicBezTo>
                    <a:cubicBezTo>
                      <a:pt x="75891" y="27515"/>
                      <a:pt x="77668" y="28810"/>
                      <a:pt x="79165" y="30394"/>
                    </a:cubicBezTo>
                    <a:cubicBezTo>
                      <a:pt x="80729" y="32045"/>
                      <a:pt x="81941" y="33996"/>
                      <a:pt x="82728" y="36129"/>
                    </a:cubicBezTo>
                    <a:cubicBezTo>
                      <a:pt x="83545" y="38266"/>
                      <a:pt x="83924" y="40544"/>
                      <a:pt x="83843" y="42830"/>
                    </a:cubicBezTo>
                    <a:cubicBezTo>
                      <a:pt x="83775" y="45021"/>
                      <a:pt x="83296" y="47180"/>
                      <a:pt x="82430" y="49194"/>
                    </a:cubicBezTo>
                    <a:cubicBezTo>
                      <a:pt x="81565" y="51181"/>
                      <a:pt x="80316" y="52978"/>
                      <a:pt x="78755" y="54481"/>
                    </a:cubicBezTo>
                    <a:cubicBezTo>
                      <a:pt x="75474" y="57612"/>
                      <a:pt x="71059" y="59272"/>
                      <a:pt x="66527" y="59077"/>
                    </a:cubicBezTo>
                    <a:cubicBezTo>
                      <a:pt x="64361" y="58974"/>
                      <a:pt x="62237" y="58445"/>
                      <a:pt x="60277" y="57521"/>
                    </a:cubicBezTo>
                    <a:cubicBezTo>
                      <a:pt x="58298" y="56576"/>
                      <a:pt x="56514" y="55267"/>
                      <a:pt x="55020" y="53663"/>
                    </a:cubicBezTo>
                    <a:cubicBezTo>
                      <a:pt x="53452" y="51997"/>
                      <a:pt x="52236" y="50033"/>
                      <a:pt x="51443" y="47887"/>
                    </a:cubicBezTo>
                    <a:close/>
                    <a:moveTo>
                      <a:pt x="74629" y="39174"/>
                    </a:moveTo>
                    <a:cubicBezTo>
                      <a:pt x="73900" y="37115"/>
                      <a:pt x="72370" y="35437"/>
                      <a:pt x="70386" y="34521"/>
                    </a:cubicBezTo>
                    <a:cubicBezTo>
                      <a:pt x="66378" y="32650"/>
                      <a:pt x="61611" y="34382"/>
                      <a:pt x="59740" y="38389"/>
                    </a:cubicBezTo>
                    <a:cubicBezTo>
                      <a:pt x="59715" y="38442"/>
                      <a:pt x="59690" y="38496"/>
                      <a:pt x="59667" y="38550"/>
                    </a:cubicBezTo>
                    <a:cubicBezTo>
                      <a:pt x="58777" y="40545"/>
                      <a:pt x="58732" y="42815"/>
                      <a:pt x="59543" y="44843"/>
                    </a:cubicBezTo>
                    <a:cubicBezTo>
                      <a:pt x="60269" y="46932"/>
                      <a:pt x="61810" y="48640"/>
                      <a:pt x="63815" y="49576"/>
                    </a:cubicBezTo>
                    <a:cubicBezTo>
                      <a:pt x="67822" y="51447"/>
                      <a:pt x="72588" y="49717"/>
                      <a:pt x="74459" y="45711"/>
                    </a:cubicBezTo>
                    <a:cubicBezTo>
                      <a:pt x="74485" y="45657"/>
                      <a:pt x="74509" y="45603"/>
                      <a:pt x="74533" y="45548"/>
                    </a:cubicBezTo>
                    <a:cubicBezTo>
                      <a:pt x="75424" y="43523"/>
                      <a:pt x="75459" y="41224"/>
                      <a:pt x="74629" y="39173"/>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32"/>
              <p:cNvSpPr/>
              <p:nvPr/>
            </p:nvSpPr>
            <p:spPr>
              <a:xfrm>
                <a:off x="2715538" y="3448065"/>
                <a:ext cx="92517" cy="108772"/>
              </a:xfrm>
              <a:custGeom>
                <a:rect b="b" l="l" r="r" t="t"/>
                <a:pathLst>
                  <a:path extrusionOk="0" h="108772" w="92517">
                    <a:moveTo>
                      <a:pt x="70979" y="98404"/>
                    </a:moveTo>
                    <a:cubicBezTo>
                      <a:pt x="59785" y="102661"/>
                      <a:pt x="48319" y="106164"/>
                      <a:pt x="36656" y="108888"/>
                    </a:cubicBezTo>
                    <a:cubicBezTo>
                      <a:pt x="33637" y="109282"/>
                      <a:pt x="30650" y="107955"/>
                      <a:pt x="28920" y="105449"/>
                    </a:cubicBezTo>
                    <a:cubicBezTo>
                      <a:pt x="22458" y="97689"/>
                      <a:pt x="-3130" y="34047"/>
                      <a:pt x="623" y="23507"/>
                    </a:cubicBezTo>
                    <a:cubicBezTo>
                      <a:pt x="1662" y="20594"/>
                      <a:pt x="4231" y="17148"/>
                      <a:pt x="15912" y="11704"/>
                    </a:cubicBezTo>
                    <a:cubicBezTo>
                      <a:pt x="22292" y="8730"/>
                      <a:pt x="50014" y="-2553"/>
                      <a:pt x="59031" y="801"/>
                    </a:cubicBezTo>
                    <a:cubicBezTo>
                      <a:pt x="69362" y="4638"/>
                      <a:pt x="87358" y="55974"/>
                      <a:pt x="90590" y="68191"/>
                    </a:cubicBezTo>
                    <a:cubicBezTo>
                      <a:pt x="93480" y="79114"/>
                      <a:pt x="93491" y="84442"/>
                      <a:pt x="90633" y="87849"/>
                    </a:cubicBezTo>
                    <a:cubicBezTo>
                      <a:pt x="87811" y="91209"/>
                      <a:pt x="79915" y="94986"/>
                      <a:pt x="70979" y="98404"/>
                    </a:cubicBezTo>
                    <a:close/>
                    <a:moveTo>
                      <a:pt x="37664" y="95435"/>
                    </a:moveTo>
                    <a:cubicBezTo>
                      <a:pt x="48389" y="92843"/>
                      <a:pt x="73629" y="84408"/>
                      <a:pt x="79829" y="80175"/>
                    </a:cubicBezTo>
                    <a:cubicBezTo>
                      <a:pt x="79564" y="68811"/>
                      <a:pt x="60564" y="21515"/>
                      <a:pt x="53977" y="13059"/>
                    </a:cubicBezTo>
                    <a:cubicBezTo>
                      <a:pt x="45947" y="13269"/>
                      <a:pt x="19036" y="23135"/>
                      <a:pt x="13122" y="28034"/>
                    </a:cubicBezTo>
                    <a:cubicBezTo>
                      <a:pt x="14196" y="38740"/>
                      <a:pt x="30986" y="84597"/>
                      <a:pt x="37664" y="95435"/>
                    </a:cubicBezTo>
                    <a:close/>
                    <a:moveTo>
                      <a:pt x="34595" y="96082"/>
                    </a:moveTo>
                    <a:lnTo>
                      <a:pt x="34597" y="96081"/>
                    </a:lnTo>
                    <a:lnTo>
                      <a:pt x="34599" y="960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0" name="Google Shape;510;p32"/>
            <p:cNvGrpSpPr/>
            <p:nvPr/>
          </p:nvGrpSpPr>
          <p:grpSpPr>
            <a:xfrm>
              <a:off x="5201575" y="2701107"/>
              <a:ext cx="2537131" cy="1848083"/>
              <a:chOff x="2494471" y="3588771"/>
              <a:chExt cx="2035052" cy="1482475"/>
            </a:xfrm>
          </p:grpSpPr>
          <p:sp>
            <p:nvSpPr>
              <p:cNvPr id="511" name="Google Shape;511;p32"/>
              <p:cNvSpPr/>
              <p:nvPr/>
            </p:nvSpPr>
            <p:spPr>
              <a:xfrm>
                <a:off x="3271795" y="3588771"/>
                <a:ext cx="765409" cy="320369"/>
              </a:xfrm>
              <a:custGeom>
                <a:rect b="b" l="l" r="r" t="t"/>
                <a:pathLst>
                  <a:path extrusionOk="0" h="320369" w="765409">
                    <a:moveTo>
                      <a:pt x="730880" y="320512"/>
                    </a:moveTo>
                    <a:lnTo>
                      <a:pt x="16625" y="272234"/>
                    </a:lnTo>
                    <a:cubicBezTo>
                      <a:pt x="6949" y="271579"/>
                      <a:pt x="-364" y="263208"/>
                      <a:pt x="290" y="253536"/>
                    </a:cubicBezTo>
                    <a:lnTo>
                      <a:pt x="16322" y="16553"/>
                    </a:lnTo>
                    <a:cubicBezTo>
                      <a:pt x="16977" y="6881"/>
                      <a:pt x="25351" y="-429"/>
                      <a:pt x="35028" y="225"/>
                    </a:cubicBezTo>
                    <a:lnTo>
                      <a:pt x="749282" y="48503"/>
                    </a:lnTo>
                    <a:cubicBezTo>
                      <a:pt x="758959" y="49158"/>
                      <a:pt x="766272" y="57529"/>
                      <a:pt x="765618" y="67201"/>
                    </a:cubicBezTo>
                    <a:lnTo>
                      <a:pt x="749585" y="304184"/>
                    </a:lnTo>
                    <a:cubicBezTo>
                      <a:pt x="748931" y="313856"/>
                      <a:pt x="740556" y="321166"/>
                      <a:pt x="730880" y="320513"/>
                    </a:cubicBezTo>
                    <a:close/>
                    <a:moveTo>
                      <a:pt x="36516" y="238391"/>
                    </a:moveTo>
                    <a:lnTo>
                      <a:pt x="715729" y="284302"/>
                    </a:lnTo>
                    <a:lnTo>
                      <a:pt x="729392" y="82346"/>
                    </a:lnTo>
                    <a:lnTo>
                      <a:pt x="50179" y="3643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32"/>
              <p:cNvSpPr/>
              <p:nvPr/>
            </p:nvSpPr>
            <p:spPr>
              <a:xfrm>
                <a:off x="2733353" y="3725574"/>
                <a:ext cx="1796170" cy="1345672"/>
              </a:xfrm>
              <a:custGeom>
                <a:rect b="b" l="l" r="r" t="t"/>
                <a:pathLst>
                  <a:path extrusionOk="0" h="1345672" w="1796170">
                    <a:moveTo>
                      <a:pt x="1796170" y="1299683"/>
                    </a:moveTo>
                    <a:lnTo>
                      <a:pt x="14505" y="1345672"/>
                    </a:lnTo>
                    <a:lnTo>
                      <a:pt x="9515" y="873970"/>
                    </a:lnTo>
                    <a:lnTo>
                      <a:pt x="6464" y="593856"/>
                    </a:lnTo>
                    <a:lnTo>
                      <a:pt x="5599" y="523424"/>
                    </a:lnTo>
                    <a:lnTo>
                      <a:pt x="3974" y="375708"/>
                    </a:lnTo>
                    <a:lnTo>
                      <a:pt x="0" y="0"/>
                    </a:lnTo>
                    <a:lnTo>
                      <a:pt x="1783445" y="120552"/>
                    </a:lnTo>
                    <a:lnTo>
                      <a:pt x="1796170" y="129968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32"/>
              <p:cNvSpPr/>
              <p:nvPr/>
            </p:nvSpPr>
            <p:spPr>
              <a:xfrm>
                <a:off x="2494471" y="3725618"/>
                <a:ext cx="253387" cy="1345628"/>
              </a:xfrm>
              <a:custGeom>
                <a:rect b="b" l="l" r="r" t="t"/>
                <a:pathLst>
                  <a:path extrusionOk="0" h="1345628" w="253387">
                    <a:moveTo>
                      <a:pt x="238869" y="0"/>
                    </a:moveTo>
                    <a:lnTo>
                      <a:pt x="0" y="1280674"/>
                    </a:lnTo>
                    <a:lnTo>
                      <a:pt x="253387" y="1345628"/>
                    </a:lnTo>
                    <a:lnTo>
                      <a:pt x="238869"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32"/>
              <p:cNvSpPr/>
              <p:nvPr/>
            </p:nvSpPr>
            <p:spPr>
              <a:xfrm>
                <a:off x="2733340" y="3725618"/>
                <a:ext cx="1783391" cy="773014"/>
              </a:xfrm>
              <a:custGeom>
                <a:rect b="b" l="l" r="r" t="t"/>
                <a:pathLst>
                  <a:path extrusionOk="0" h="773014" w="1783391">
                    <a:moveTo>
                      <a:pt x="0" y="0"/>
                    </a:moveTo>
                    <a:lnTo>
                      <a:pt x="245850" y="528694"/>
                    </a:lnTo>
                    <a:lnTo>
                      <a:pt x="892166" y="773015"/>
                    </a:lnTo>
                    <a:lnTo>
                      <a:pt x="1635098" y="607626"/>
                    </a:lnTo>
                    <a:lnTo>
                      <a:pt x="1783392" y="120547"/>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32"/>
              <p:cNvSpPr/>
              <p:nvPr/>
            </p:nvSpPr>
            <p:spPr>
              <a:xfrm rot="232275">
                <a:off x="3954403" y="4305671"/>
                <a:ext cx="144635" cy="192872"/>
              </a:xfrm>
              <a:custGeom>
                <a:rect b="b" l="l" r="r" t="t"/>
                <a:pathLst>
                  <a:path extrusionOk="0" h="192914" w="144667">
                    <a:moveTo>
                      <a:pt x="249" y="184"/>
                    </a:moveTo>
                    <a:lnTo>
                      <a:pt x="144917" y="184"/>
                    </a:lnTo>
                    <a:lnTo>
                      <a:pt x="144917" y="193099"/>
                    </a:lnTo>
                    <a:lnTo>
                      <a:pt x="249" y="193099"/>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32"/>
              <p:cNvSpPr/>
              <p:nvPr/>
            </p:nvSpPr>
            <p:spPr>
              <a:xfrm rot="232275">
                <a:off x="3168577" y="4252554"/>
                <a:ext cx="144635" cy="192872"/>
              </a:xfrm>
              <a:custGeom>
                <a:rect b="b" l="l" r="r" t="t"/>
                <a:pathLst>
                  <a:path extrusionOk="0" h="192914" w="144667">
                    <a:moveTo>
                      <a:pt x="249" y="184"/>
                    </a:moveTo>
                    <a:lnTo>
                      <a:pt x="144916" y="184"/>
                    </a:lnTo>
                    <a:lnTo>
                      <a:pt x="144916" y="193099"/>
                    </a:lnTo>
                    <a:lnTo>
                      <a:pt x="249" y="193099"/>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7" name="Google Shape;517;p32"/>
            <p:cNvGrpSpPr/>
            <p:nvPr/>
          </p:nvGrpSpPr>
          <p:grpSpPr>
            <a:xfrm>
              <a:off x="4775776" y="3675869"/>
              <a:ext cx="1157620" cy="1157531"/>
              <a:chOff x="2269333" y="4370695"/>
              <a:chExt cx="928536" cy="928536"/>
            </a:xfrm>
          </p:grpSpPr>
          <p:sp>
            <p:nvSpPr>
              <p:cNvPr id="518" name="Google Shape;518;p32"/>
              <p:cNvSpPr/>
              <p:nvPr/>
            </p:nvSpPr>
            <p:spPr>
              <a:xfrm rot="-2700000">
                <a:off x="2405242" y="4506748"/>
                <a:ext cx="656718" cy="656430"/>
              </a:xfrm>
              <a:custGeom>
                <a:rect b="b" l="l" r="r" t="t"/>
                <a:pathLst>
                  <a:path extrusionOk="0" h="656065" w="656353">
                    <a:moveTo>
                      <a:pt x="656603" y="328217"/>
                    </a:moveTo>
                    <a:cubicBezTo>
                      <a:pt x="656603" y="509384"/>
                      <a:pt x="509673" y="656249"/>
                      <a:pt x="328426" y="656249"/>
                    </a:cubicBezTo>
                    <a:cubicBezTo>
                      <a:pt x="147179" y="656249"/>
                      <a:pt x="249" y="509384"/>
                      <a:pt x="249" y="328217"/>
                    </a:cubicBezTo>
                    <a:cubicBezTo>
                      <a:pt x="249" y="147049"/>
                      <a:pt x="147179" y="184"/>
                      <a:pt x="328426" y="184"/>
                    </a:cubicBezTo>
                    <a:cubicBezTo>
                      <a:pt x="509673" y="184"/>
                      <a:pt x="656603" y="147049"/>
                      <a:pt x="656603" y="32821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32"/>
              <p:cNvSpPr/>
              <p:nvPr/>
            </p:nvSpPr>
            <p:spPr>
              <a:xfrm rot="-4106279">
                <a:off x="2422650" y="4524340"/>
                <a:ext cx="621247" cy="620974"/>
              </a:xfrm>
              <a:custGeom>
                <a:rect b="b" l="l" r="r" t="t"/>
                <a:pathLst>
                  <a:path extrusionOk="0" h="620988" w="621261">
                    <a:moveTo>
                      <a:pt x="621510" y="310678"/>
                    </a:moveTo>
                    <a:cubicBezTo>
                      <a:pt x="621510" y="482159"/>
                      <a:pt x="482436" y="621173"/>
                      <a:pt x="310880" y="621173"/>
                    </a:cubicBezTo>
                    <a:cubicBezTo>
                      <a:pt x="139323" y="621173"/>
                      <a:pt x="249" y="482160"/>
                      <a:pt x="249" y="310678"/>
                    </a:cubicBezTo>
                    <a:cubicBezTo>
                      <a:pt x="249" y="139197"/>
                      <a:pt x="139323" y="184"/>
                      <a:pt x="310880" y="184"/>
                    </a:cubicBezTo>
                    <a:cubicBezTo>
                      <a:pt x="482436" y="184"/>
                      <a:pt x="621510" y="139197"/>
                      <a:pt x="621510" y="310678"/>
                    </a:cubicBezTo>
                    <a:close/>
                  </a:path>
                </a:pathLst>
              </a:custGeom>
              <a:solidFill>
                <a:srgbClr val="FFFFFF">
                  <a:alpha val="196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32"/>
              <p:cNvSpPr/>
              <p:nvPr/>
            </p:nvSpPr>
            <p:spPr>
              <a:xfrm>
                <a:off x="2559684" y="4588740"/>
                <a:ext cx="336110" cy="492445"/>
              </a:xfrm>
              <a:custGeom>
                <a:rect b="b" l="l" r="r" t="t"/>
                <a:pathLst>
                  <a:path extrusionOk="0" h="492445" w="336110">
                    <a:moveTo>
                      <a:pt x="289988" y="358206"/>
                    </a:moveTo>
                    <a:cubicBezTo>
                      <a:pt x="308204" y="292092"/>
                      <a:pt x="256926" y="258469"/>
                      <a:pt x="207258" y="230811"/>
                    </a:cubicBezTo>
                    <a:lnTo>
                      <a:pt x="234494" y="131955"/>
                    </a:lnTo>
                    <a:cubicBezTo>
                      <a:pt x="260190" y="142591"/>
                      <a:pt x="283421" y="158397"/>
                      <a:pt x="302745" y="178391"/>
                    </a:cubicBezTo>
                    <a:lnTo>
                      <a:pt x="336359" y="134590"/>
                    </a:lnTo>
                    <a:cubicBezTo>
                      <a:pt x="315588" y="110996"/>
                      <a:pt x="283518" y="91142"/>
                      <a:pt x="249144" y="78784"/>
                    </a:cubicBezTo>
                    <a:lnTo>
                      <a:pt x="266704" y="15052"/>
                    </a:lnTo>
                    <a:lnTo>
                      <a:pt x="212693" y="184"/>
                    </a:lnTo>
                    <a:lnTo>
                      <a:pt x="194638" y="65716"/>
                    </a:lnTo>
                    <a:cubicBezTo>
                      <a:pt x="122384" y="57026"/>
                      <a:pt x="78150" y="89453"/>
                      <a:pt x="65019" y="137113"/>
                    </a:cubicBezTo>
                    <a:cubicBezTo>
                      <a:pt x="47463" y="200834"/>
                      <a:pt x="93272" y="234485"/>
                      <a:pt x="140689" y="261523"/>
                    </a:cubicBezTo>
                    <a:lnTo>
                      <a:pt x="113502" y="360196"/>
                    </a:lnTo>
                    <a:cubicBezTo>
                      <a:pt x="81307" y="346266"/>
                      <a:pt x="52849" y="323908"/>
                      <a:pt x="35818" y="300320"/>
                    </a:cubicBezTo>
                    <a:lnTo>
                      <a:pt x="249" y="343584"/>
                    </a:lnTo>
                    <a:cubicBezTo>
                      <a:pt x="18419" y="370674"/>
                      <a:pt x="55734" y="397086"/>
                      <a:pt x="98811" y="413520"/>
                    </a:cubicBezTo>
                    <a:lnTo>
                      <a:pt x="81110" y="477762"/>
                    </a:lnTo>
                    <a:lnTo>
                      <a:pt x="135121" y="492630"/>
                    </a:lnTo>
                    <a:lnTo>
                      <a:pt x="152924" y="428016"/>
                    </a:lnTo>
                    <a:cubicBezTo>
                      <a:pt x="229473" y="439794"/>
                      <a:pt x="276552" y="406975"/>
                      <a:pt x="289988" y="358206"/>
                    </a:cubicBezTo>
                    <a:close/>
                    <a:moveTo>
                      <a:pt x="128839" y="151530"/>
                    </a:moveTo>
                    <a:cubicBezTo>
                      <a:pt x="134109" y="132404"/>
                      <a:pt x="150326" y="119460"/>
                      <a:pt x="179720" y="119862"/>
                    </a:cubicBezTo>
                    <a:lnTo>
                      <a:pt x="157158" y="201747"/>
                    </a:lnTo>
                    <a:cubicBezTo>
                      <a:pt x="136254" y="187408"/>
                      <a:pt x="123194" y="172019"/>
                      <a:pt x="128839" y="151530"/>
                    </a:cubicBezTo>
                    <a:close/>
                    <a:moveTo>
                      <a:pt x="167637" y="374614"/>
                    </a:moveTo>
                    <a:lnTo>
                      <a:pt x="190934" y="290059"/>
                    </a:lnTo>
                    <a:cubicBezTo>
                      <a:pt x="215873" y="305821"/>
                      <a:pt x="232590" y="322386"/>
                      <a:pt x="226253" y="345389"/>
                    </a:cubicBezTo>
                    <a:cubicBezTo>
                      <a:pt x="220680" y="365615"/>
                      <a:pt x="201939" y="377869"/>
                      <a:pt x="167637" y="37461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3"/>
          <p:cNvSpPr txBox="1"/>
          <p:nvPr>
            <p:ph type="title"/>
          </p:nvPr>
        </p:nvSpPr>
        <p:spPr>
          <a:xfrm>
            <a:off x="5385950" y="1327750"/>
            <a:ext cx="3285600" cy="1026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Intro</a:t>
            </a:r>
            <a:endParaRPr/>
          </a:p>
        </p:txBody>
      </p:sp>
      <p:grpSp>
        <p:nvGrpSpPr>
          <p:cNvPr id="526" name="Google Shape;526;p33"/>
          <p:cNvGrpSpPr/>
          <p:nvPr/>
        </p:nvGrpSpPr>
        <p:grpSpPr>
          <a:xfrm>
            <a:off x="-520505" y="-417831"/>
            <a:ext cx="10629970" cy="6769705"/>
            <a:chOff x="-520505" y="-417831"/>
            <a:chExt cx="10629970" cy="6769705"/>
          </a:xfrm>
        </p:grpSpPr>
        <p:sp>
          <p:nvSpPr>
            <p:cNvPr id="527" name="Google Shape;527;p33"/>
            <p:cNvSpPr/>
            <p:nvPr/>
          </p:nvSpPr>
          <p:spPr>
            <a:xfrm flipH="1">
              <a:off x="6049433" y="3117310"/>
              <a:ext cx="4060032" cy="3234564"/>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33"/>
            <p:cNvSpPr/>
            <p:nvPr/>
          </p:nvSpPr>
          <p:spPr>
            <a:xfrm>
              <a:off x="-520505" y="-417831"/>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529" name="Google Shape;529;p33"/>
          <p:cNvPicPr preferRelativeResize="0"/>
          <p:nvPr/>
        </p:nvPicPr>
        <p:blipFill>
          <a:blip r:embed="rId3">
            <a:alphaModFix/>
          </a:blip>
          <a:stretch>
            <a:fillRect/>
          </a:stretch>
        </p:blipFill>
        <p:spPr>
          <a:xfrm>
            <a:off x="261625" y="680363"/>
            <a:ext cx="5263893" cy="2321375"/>
          </a:xfrm>
          <a:prstGeom prst="rect">
            <a:avLst/>
          </a:prstGeom>
          <a:noFill/>
          <a:ln>
            <a:noFill/>
          </a:ln>
        </p:spPr>
      </p:pic>
      <p:sp>
        <p:nvSpPr>
          <p:cNvPr id="530" name="Google Shape;530;p33"/>
          <p:cNvSpPr txBox="1"/>
          <p:nvPr>
            <p:ph idx="1" type="subTitle"/>
          </p:nvPr>
        </p:nvSpPr>
        <p:spPr>
          <a:xfrm>
            <a:off x="261625" y="3090553"/>
            <a:ext cx="9065700" cy="172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t>In February </a:t>
            </a:r>
            <a:r>
              <a:rPr lang="en" sz="2000"/>
              <a:t>of this year, the Department of Government Efficiency (DOGE) began mass cuts to federal contracts, grants, and the workforce.</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4"/>
          <p:cNvSpPr txBox="1"/>
          <p:nvPr>
            <p:ph idx="1" type="subTitle"/>
          </p:nvPr>
        </p:nvSpPr>
        <p:spPr>
          <a:xfrm>
            <a:off x="982968" y="787865"/>
            <a:ext cx="3760800" cy="356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grant characteristics are associated with federal budget cuts in North Carolina, and how well can these cuts be predicted?</a:t>
            </a:r>
            <a:endParaRPr/>
          </a:p>
        </p:txBody>
      </p:sp>
      <p:grpSp>
        <p:nvGrpSpPr>
          <p:cNvPr id="536" name="Google Shape;536;p34"/>
          <p:cNvGrpSpPr/>
          <p:nvPr/>
        </p:nvGrpSpPr>
        <p:grpSpPr>
          <a:xfrm>
            <a:off x="4724603" y="974924"/>
            <a:ext cx="3760922" cy="2903852"/>
            <a:chOff x="4724603" y="974924"/>
            <a:chExt cx="3760922" cy="2903852"/>
          </a:xfrm>
        </p:grpSpPr>
        <p:grpSp>
          <p:nvGrpSpPr>
            <p:cNvPr id="537" name="Google Shape;537;p34"/>
            <p:cNvGrpSpPr/>
            <p:nvPr/>
          </p:nvGrpSpPr>
          <p:grpSpPr>
            <a:xfrm>
              <a:off x="4724603" y="1677238"/>
              <a:ext cx="3760922" cy="2123925"/>
              <a:chOff x="4825253" y="1638538"/>
              <a:chExt cx="3760922" cy="2123925"/>
            </a:xfrm>
          </p:grpSpPr>
          <p:grpSp>
            <p:nvGrpSpPr>
              <p:cNvPr id="538" name="Google Shape;538;p34"/>
              <p:cNvGrpSpPr/>
              <p:nvPr/>
            </p:nvGrpSpPr>
            <p:grpSpPr>
              <a:xfrm rot="-2070756">
                <a:off x="4932614" y="2649422"/>
                <a:ext cx="1354455" cy="799706"/>
                <a:chOff x="4778337" y="5141250"/>
                <a:chExt cx="1335335" cy="788417"/>
              </a:xfrm>
            </p:grpSpPr>
            <p:sp>
              <p:nvSpPr>
                <p:cNvPr id="539" name="Google Shape;539;p34"/>
                <p:cNvSpPr/>
                <p:nvPr/>
              </p:nvSpPr>
              <p:spPr>
                <a:xfrm>
                  <a:off x="4778337" y="5141250"/>
                  <a:ext cx="1335334" cy="787760"/>
                </a:xfrm>
                <a:custGeom>
                  <a:rect b="b" l="l" r="r" t="t"/>
                  <a:pathLst>
                    <a:path extrusionOk="0" h="1029752" w="1745534">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34"/>
                <p:cNvSpPr/>
                <p:nvPr/>
              </p:nvSpPr>
              <p:spPr>
                <a:xfrm>
                  <a:off x="5204163" y="5142875"/>
                  <a:ext cx="102221" cy="324991"/>
                </a:xfrm>
                <a:custGeom>
                  <a:rect b="b" l="l" r="r" t="t"/>
                  <a:pathLst>
                    <a:path extrusionOk="0" h="424825" w="133622">
                      <a:moveTo>
                        <a:pt x="133534" y="418484"/>
                      </a:moveTo>
                      <a:lnTo>
                        <a:pt x="23088" y="953"/>
                      </a:lnTo>
                      <a:cubicBezTo>
                        <a:pt x="15344" y="333"/>
                        <a:pt x="7606" y="-262"/>
                        <a:pt x="-89" y="-728"/>
                      </a:cubicBezTo>
                      <a:lnTo>
                        <a:pt x="112286" y="42409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34"/>
                <p:cNvSpPr/>
                <p:nvPr/>
              </p:nvSpPr>
              <p:spPr>
                <a:xfrm>
                  <a:off x="4817422" y="5352727"/>
                  <a:ext cx="187330" cy="134330"/>
                </a:xfrm>
                <a:custGeom>
                  <a:rect b="b" l="l" r="r" t="t"/>
                  <a:pathLst>
                    <a:path extrusionOk="0" h="175595" w="244876">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34"/>
                <p:cNvSpPr/>
                <p:nvPr/>
              </p:nvSpPr>
              <p:spPr>
                <a:xfrm>
                  <a:off x="5205180" y="5554833"/>
                  <a:ext cx="365072" cy="278678"/>
                </a:xfrm>
                <a:custGeom>
                  <a:rect b="b" l="l" r="r" t="t"/>
                  <a:pathLst>
                    <a:path extrusionOk="0" h="364285" w="477218">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34"/>
                <p:cNvSpPr/>
                <p:nvPr/>
              </p:nvSpPr>
              <p:spPr>
                <a:xfrm>
                  <a:off x="5728282" y="5315912"/>
                  <a:ext cx="66602" cy="325390"/>
                </a:xfrm>
                <a:custGeom>
                  <a:rect b="b" l="l" r="r" t="t"/>
                  <a:pathLst>
                    <a:path extrusionOk="0" h="425347" w="87062">
                      <a:moveTo>
                        <a:pt x="86974" y="421286"/>
                      </a:moveTo>
                      <a:lnTo>
                        <a:pt x="24541" y="14862"/>
                      </a:lnTo>
                      <a:cubicBezTo>
                        <a:pt x="16387" y="9574"/>
                        <a:pt x="8162" y="4400"/>
                        <a:pt x="-89" y="-728"/>
                      </a:cubicBezTo>
                      <a:lnTo>
                        <a:pt x="65250" y="42462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34"/>
                <p:cNvSpPr/>
                <p:nvPr/>
              </p:nvSpPr>
              <p:spPr>
                <a:xfrm>
                  <a:off x="5642170" y="5695733"/>
                  <a:ext cx="322891" cy="233935"/>
                </a:xfrm>
                <a:custGeom>
                  <a:rect b="b" l="l" r="r" t="t"/>
                  <a:pathLst>
                    <a:path extrusionOk="0" h="305797" w="422080">
                      <a:moveTo>
                        <a:pt x="421991" y="16860"/>
                      </a:moveTo>
                      <a:lnTo>
                        <a:pt x="408822" y="-728"/>
                      </a:lnTo>
                      <a:lnTo>
                        <a:pt x="-89" y="305069"/>
                      </a:lnTo>
                      <a:cubicBezTo>
                        <a:pt x="12556" y="304979"/>
                        <a:pt x="25200" y="304669"/>
                        <a:pt x="37842" y="3041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34"/>
                <p:cNvSpPr/>
                <p:nvPr/>
              </p:nvSpPr>
              <p:spPr>
                <a:xfrm>
                  <a:off x="4779643" y="5272811"/>
                  <a:ext cx="1334029" cy="490484"/>
                </a:xfrm>
                <a:custGeom>
                  <a:rect b="b" l="l" r="r" t="t"/>
                  <a:pathLst>
                    <a:path extrusionOk="0" h="641156" w="1743829">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6" name="Google Shape;546;p34"/>
              <p:cNvGrpSpPr/>
              <p:nvPr/>
            </p:nvGrpSpPr>
            <p:grpSpPr>
              <a:xfrm rot="736030">
                <a:off x="5077946" y="1738438"/>
                <a:ext cx="1063783" cy="1148535"/>
                <a:chOff x="4921769" y="3642162"/>
                <a:chExt cx="1048829" cy="1132389"/>
              </a:xfrm>
            </p:grpSpPr>
            <p:sp>
              <p:nvSpPr>
                <p:cNvPr id="547" name="Google Shape;547;p34"/>
                <p:cNvSpPr/>
                <p:nvPr/>
              </p:nvSpPr>
              <p:spPr>
                <a:xfrm>
                  <a:off x="4921769" y="3642162"/>
                  <a:ext cx="1048829" cy="1132378"/>
                </a:xfrm>
                <a:custGeom>
                  <a:rect b="b" l="l" r="r" t="t"/>
                  <a:pathLst>
                    <a:path extrusionOk="0" h="1480233" w="1371018">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34"/>
                <p:cNvSpPr/>
                <p:nvPr/>
              </p:nvSpPr>
              <p:spPr>
                <a:xfrm>
                  <a:off x="4938097" y="3651132"/>
                  <a:ext cx="976193" cy="1123419"/>
                </a:xfrm>
                <a:custGeom>
                  <a:rect b="b" l="l" r="r" t="t"/>
                  <a:pathLst>
                    <a:path extrusionOk="0" h="1468522" w="1276069">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34"/>
                <p:cNvSpPr/>
                <p:nvPr/>
              </p:nvSpPr>
              <p:spPr>
                <a:xfrm>
                  <a:off x="4965616" y="4023850"/>
                  <a:ext cx="307717" cy="85969"/>
                </a:xfrm>
                <a:custGeom>
                  <a:rect b="b" l="l" r="r" t="t"/>
                  <a:pathLst>
                    <a:path extrusionOk="0" h="112378" w="402245">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34"/>
                <p:cNvSpPr/>
                <p:nvPr/>
              </p:nvSpPr>
              <p:spPr>
                <a:xfrm>
                  <a:off x="5461021" y="3802587"/>
                  <a:ext cx="170353" cy="469223"/>
                </a:xfrm>
                <a:custGeom>
                  <a:rect b="b" l="l" r="r" t="t"/>
                  <a:pathLst>
                    <a:path extrusionOk="0" h="613364" w="222684">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1" name="Google Shape;551;p34"/>
                <p:cNvGrpSpPr/>
                <p:nvPr/>
              </p:nvGrpSpPr>
              <p:grpSpPr>
                <a:xfrm>
                  <a:off x="5242608" y="4480691"/>
                  <a:ext cx="420919" cy="42073"/>
                  <a:chOff x="2422386" y="2810148"/>
                  <a:chExt cx="549503" cy="54926"/>
                </a:xfrm>
              </p:grpSpPr>
              <p:sp>
                <p:nvSpPr>
                  <p:cNvPr id="552" name="Google Shape;552;p34"/>
                  <p:cNvSpPr/>
                  <p:nvPr/>
                </p:nvSpPr>
                <p:spPr>
                  <a:xfrm>
                    <a:off x="2423063" y="2850164"/>
                    <a:ext cx="16318" cy="14910"/>
                  </a:xfrm>
                  <a:custGeom>
                    <a:rect b="b" l="l" r="r" t="t"/>
                    <a:pathLst>
                      <a:path extrusionOk="0" h="14910" w="16318">
                        <a:moveTo>
                          <a:pt x="600" y="14183"/>
                        </a:moveTo>
                        <a:lnTo>
                          <a:pt x="16230" y="13459"/>
                        </a:lnTo>
                        <a:cubicBezTo>
                          <a:pt x="10700" y="8781"/>
                          <a:pt x="5325" y="4016"/>
                          <a:pt x="-89" y="-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34"/>
                  <p:cNvSpPr/>
                  <p:nvPr/>
                </p:nvSpPr>
                <p:spPr>
                  <a:xfrm>
                    <a:off x="2422386" y="2810148"/>
                    <a:ext cx="549503" cy="54203"/>
                  </a:xfrm>
                  <a:custGeom>
                    <a:rect b="b" l="l" r="r" t="t"/>
                    <a:pathLst>
                      <a:path extrusionOk="0" h="54203" w="549503">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54" name="Google Shape;554;p34"/>
              <p:cNvGrpSpPr/>
              <p:nvPr/>
            </p:nvGrpSpPr>
            <p:grpSpPr>
              <a:xfrm flipH="1" rot="-647153">
                <a:off x="7224346" y="1738456"/>
                <a:ext cx="1063741" cy="1148490"/>
                <a:chOff x="4921769" y="3642162"/>
                <a:chExt cx="1048829" cy="1132389"/>
              </a:xfrm>
            </p:grpSpPr>
            <p:sp>
              <p:nvSpPr>
                <p:cNvPr id="555" name="Google Shape;555;p34"/>
                <p:cNvSpPr/>
                <p:nvPr/>
              </p:nvSpPr>
              <p:spPr>
                <a:xfrm>
                  <a:off x="4921769" y="3642162"/>
                  <a:ext cx="1048829" cy="1132378"/>
                </a:xfrm>
                <a:custGeom>
                  <a:rect b="b" l="l" r="r" t="t"/>
                  <a:pathLst>
                    <a:path extrusionOk="0" h="1480233" w="1371018">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34"/>
                <p:cNvSpPr/>
                <p:nvPr/>
              </p:nvSpPr>
              <p:spPr>
                <a:xfrm>
                  <a:off x="4938097" y="3651132"/>
                  <a:ext cx="976193" cy="1123419"/>
                </a:xfrm>
                <a:custGeom>
                  <a:rect b="b" l="l" r="r" t="t"/>
                  <a:pathLst>
                    <a:path extrusionOk="0" h="1468522" w="1276069">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34"/>
                <p:cNvSpPr/>
                <p:nvPr/>
              </p:nvSpPr>
              <p:spPr>
                <a:xfrm>
                  <a:off x="4965616" y="4023850"/>
                  <a:ext cx="307717" cy="85969"/>
                </a:xfrm>
                <a:custGeom>
                  <a:rect b="b" l="l" r="r" t="t"/>
                  <a:pathLst>
                    <a:path extrusionOk="0" h="112378" w="402245">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34"/>
                <p:cNvSpPr/>
                <p:nvPr/>
              </p:nvSpPr>
              <p:spPr>
                <a:xfrm>
                  <a:off x="5461021" y="3802587"/>
                  <a:ext cx="170353" cy="469223"/>
                </a:xfrm>
                <a:custGeom>
                  <a:rect b="b" l="l" r="r" t="t"/>
                  <a:pathLst>
                    <a:path extrusionOk="0" h="613364" w="222684">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9" name="Google Shape;559;p34"/>
                <p:cNvGrpSpPr/>
                <p:nvPr/>
              </p:nvGrpSpPr>
              <p:grpSpPr>
                <a:xfrm>
                  <a:off x="5242608" y="4480691"/>
                  <a:ext cx="420919" cy="42073"/>
                  <a:chOff x="2422386" y="2810148"/>
                  <a:chExt cx="549503" cy="54926"/>
                </a:xfrm>
              </p:grpSpPr>
              <p:sp>
                <p:nvSpPr>
                  <p:cNvPr id="560" name="Google Shape;560;p34"/>
                  <p:cNvSpPr/>
                  <p:nvPr/>
                </p:nvSpPr>
                <p:spPr>
                  <a:xfrm>
                    <a:off x="2423063" y="2850164"/>
                    <a:ext cx="16318" cy="14910"/>
                  </a:xfrm>
                  <a:custGeom>
                    <a:rect b="b" l="l" r="r" t="t"/>
                    <a:pathLst>
                      <a:path extrusionOk="0" h="14910" w="16318">
                        <a:moveTo>
                          <a:pt x="600" y="14183"/>
                        </a:moveTo>
                        <a:lnTo>
                          <a:pt x="16230" y="13459"/>
                        </a:lnTo>
                        <a:cubicBezTo>
                          <a:pt x="10700" y="8781"/>
                          <a:pt x="5325" y="4016"/>
                          <a:pt x="-89" y="-7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34"/>
                  <p:cNvSpPr/>
                  <p:nvPr/>
                </p:nvSpPr>
                <p:spPr>
                  <a:xfrm>
                    <a:off x="2422386" y="2810148"/>
                    <a:ext cx="549503" cy="54203"/>
                  </a:xfrm>
                  <a:custGeom>
                    <a:rect b="b" l="l" r="r" t="t"/>
                    <a:pathLst>
                      <a:path extrusionOk="0" h="54203" w="549503">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62" name="Google Shape;562;p34"/>
              <p:cNvGrpSpPr/>
              <p:nvPr/>
            </p:nvGrpSpPr>
            <p:grpSpPr>
              <a:xfrm flipH="1" rot="4551691">
                <a:off x="7239919" y="2323748"/>
                <a:ext cx="1032838" cy="1451363"/>
                <a:chOff x="6331188" y="3040718"/>
                <a:chExt cx="1013203" cy="1430853"/>
              </a:xfrm>
            </p:grpSpPr>
            <p:sp>
              <p:nvSpPr>
                <p:cNvPr id="563" name="Google Shape;563;p34"/>
                <p:cNvSpPr/>
                <p:nvPr/>
              </p:nvSpPr>
              <p:spPr>
                <a:xfrm rot="-575120">
                  <a:off x="6435057" y="3098599"/>
                  <a:ext cx="805465" cy="1315090"/>
                </a:xfrm>
                <a:custGeom>
                  <a:rect b="b" l="l" r="r" t="t"/>
                  <a:pathLst>
                    <a:path extrusionOk="0" h="1717523" w="1051946">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34"/>
                <p:cNvSpPr/>
                <p:nvPr/>
              </p:nvSpPr>
              <p:spPr>
                <a:xfrm>
                  <a:off x="6623112" y="3097962"/>
                  <a:ext cx="499761" cy="1313905"/>
                </a:xfrm>
                <a:custGeom>
                  <a:rect b="b" l="l" r="r" t="t"/>
                  <a:pathLst>
                    <a:path extrusionOk="0" h="1717523" w="653283">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65" name="Google Shape;565;p34"/>
            <p:cNvSpPr/>
            <p:nvPr/>
          </p:nvSpPr>
          <p:spPr>
            <a:xfrm rot="-383411">
              <a:off x="5548801" y="1340225"/>
              <a:ext cx="2059527" cy="202592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66" name="Google Shape;566;p34"/>
            <p:cNvGrpSpPr/>
            <p:nvPr/>
          </p:nvGrpSpPr>
          <p:grpSpPr>
            <a:xfrm rot="665186">
              <a:off x="5397882" y="1178586"/>
              <a:ext cx="2345941" cy="2345804"/>
              <a:chOff x="6210529" y="1881600"/>
              <a:chExt cx="474193" cy="474166"/>
            </a:xfrm>
          </p:grpSpPr>
          <p:grpSp>
            <p:nvGrpSpPr>
              <p:cNvPr id="567" name="Google Shape;567;p34"/>
              <p:cNvGrpSpPr/>
              <p:nvPr/>
            </p:nvGrpSpPr>
            <p:grpSpPr>
              <a:xfrm>
                <a:off x="6225262" y="1881600"/>
                <a:ext cx="444028" cy="474166"/>
                <a:chOff x="6225262" y="1881600"/>
                <a:chExt cx="444028" cy="474166"/>
              </a:xfrm>
            </p:grpSpPr>
            <p:grpSp>
              <p:nvGrpSpPr>
                <p:cNvPr id="568" name="Google Shape;568;p34"/>
                <p:cNvGrpSpPr/>
                <p:nvPr/>
              </p:nvGrpSpPr>
              <p:grpSpPr>
                <a:xfrm>
                  <a:off x="6549567" y="1881600"/>
                  <a:ext cx="119723" cy="369879"/>
                  <a:chOff x="6549567" y="1881600"/>
                  <a:chExt cx="119723" cy="369879"/>
                </a:xfrm>
              </p:grpSpPr>
              <p:sp>
                <p:nvSpPr>
                  <p:cNvPr id="569" name="Google Shape;569;p34"/>
                  <p:cNvSpPr/>
                  <p:nvPr/>
                </p:nvSpPr>
                <p:spPr>
                  <a:xfrm>
                    <a:off x="6550276" y="1881828"/>
                    <a:ext cx="118751" cy="369219"/>
                  </a:xfrm>
                  <a:custGeom>
                    <a:rect b="b" l="l" r="r" t="t"/>
                    <a:pathLst>
                      <a:path extrusionOk="0" h="369219" w="118751">
                        <a:moveTo>
                          <a:pt x="0" y="0"/>
                        </a:moveTo>
                        <a:lnTo>
                          <a:pt x="118752" y="36922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34"/>
                  <p:cNvSpPr/>
                  <p:nvPr/>
                </p:nvSpPr>
                <p:spPr>
                  <a:xfrm rot="-1065335">
                    <a:off x="6608677" y="1872590"/>
                    <a:ext cx="1502" cy="387898"/>
                  </a:xfrm>
                  <a:custGeom>
                    <a:rect b="b" l="l" r="r" t="t"/>
                    <a:pathLst>
                      <a:path extrusionOk="0" h="387843" w="1502">
                        <a:moveTo>
                          <a:pt x="762" y="131"/>
                        </a:moveTo>
                        <a:lnTo>
                          <a:pt x="2265" y="131"/>
                        </a:lnTo>
                        <a:lnTo>
                          <a:pt x="2265" y="387975"/>
                        </a:lnTo>
                        <a:lnTo>
                          <a:pt x="762" y="38797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71" name="Google Shape;571;p34"/>
                <p:cNvGrpSpPr/>
                <p:nvPr/>
              </p:nvGrpSpPr>
              <p:grpSpPr>
                <a:xfrm>
                  <a:off x="6468491" y="1907671"/>
                  <a:ext cx="119723" cy="369879"/>
                  <a:chOff x="6468491" y="1907671"/>
                  <a:chExt cx="119723" cy="369879"/>
                </a:xfrm>
              </p:grpSpPr>
              <p:sp>
                <p:nvSpPr>
                  <p:cNvPr id="572" name="Google Shape;572;p34"/>
                  <p:cNvSpPr/>
                  <p:nvPr/>
                </p:nvSpPr>
                <p:spPr>
                  <a:xfrm>
                    <a:off x="6469200" y="1907899"/>
                    <a:ext cx="118751" cy="369219"/>
                  </a:xfrm>
                  <a:custGeom>
                    <a:rect b="b" l="l" r="r" t="t"/>
                    <a:pathLst>
                      <a:path extrusionOk="0" h="369219" w="118751">
                        <a:moveTo>
                          <a:pt x="0" y="0"/>
                        </a:moveTo>
                        <a:lnTo>
                          <a:pt x="118751" y="36922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34"/>
                  <p:cNvSpPr/>
                  <p:nvPr/>
                </p:nvSpPr>
                <p:spPr>
                  <a:xfrm rot="-1065335">
                    <a:off x="6527601" y="1898661"/>
                    <a:ext cx="1502" cy="387898"/>
                  </a:xfrm>
                  <a:custGeom>
                    <a:rect b="b" l="l" r="r" t="t"/>
                    <a:pathLst>
                      <a:path extrusionOk="0" h="387843" w="1502">
                        <a:moveTo>
                          <a:pt x="762" y="131"/>
                        </a:moveTo>
                        <a:lnTo>
                          <a:pt x="2265" y="131"/>
                        </a:lnTo>
                        <a:lnTo>
                          <a:pt x="2265" y="387975"/>
                        </a:lnTo>
                        <a:lnTo>
                          <a:pt x="762" y="38797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74" name="Google Shape;574;p34"/>
                <p:cNvGrpSpPr/>
                <p:nvPr/>
              </p:nvGrpSpPr>
              <p:grpSpPr>
                <a:xfrm>
                  <a:off x="6387414" y="1933743"/>
                  <a:ext cx="119723" cy="369879"/>
                  <a:chOff x="6387414" y="1933743"/>
                  <a:chExt cx="119723" cy="369879"/>
                </a:xfrm>
              </p:grpSpPr>
              <p:sp>
                <p:nvSpPr>
                  <p:cNvPr id="575" name="Google Shape;575;p34"/>
                  <p:cNvSpPr/>
                  <p:nvPr/>
                </p:nvSpPr>
                <p:spPr>
                  <a:xfrm>
                    <a:off x="6388124" y="1933971"/>
                    <a:ext cx="118751" cy="369219"/>
                  </a:xfrm>
                  <a:custGeom>
                    <a:rect b="b" l="l" r="r" t="t"/>
                    <a:pathLst>
                      <a:path extrusionOk="0" h="369219" w="118751">
                        <a:moveTo>
                          <a:pt x="0" y="0"/>
                        </a:moveTo>
                        <a:lnTo>
                          <a:pt x="118751" y="36922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34"/>
                  <p:cNvSpPr/>
                  <p:nvPr/>
                </p:nvSpPr>
                <p:spPr>
                  <a:xfrm rot="-1065335">
                    <a:off x="6446524" y="1924733"/>
                    <a:ext cx="1502" cy="387898"/>
                  </a:xfrm>
                  <a:custGeom>
                    <a:rect b="b" l="l" r="r" t="t"/>
                    <a:pathLst>
                      <a:path extrusionOk="0" h="387843" w="1502">
                        <a:moveTo>
                          <a:pt x="762" y="131"/>
                        </a:moveTo>
                        <a:lnTo>
                          <a:pt x="2265" y="131"/>
                        </a:lnTo>
                        <a:lnTo>
                          <a:pt x="2265" y="387974"/>
                        </a:lnTo>
                        <a:lnTo>
                          <a:pt x="762" y="387974"/>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77" name="Google Shape;577;p34"/>
                <p:cNvGrpSpPr/>
                <p:nvPr/>
              </p:nvGrpSpPr>
              <p:grpSpPr>
                <a:xfrm>
                  <a:off x="6306338" y="1959815"/>
                  <a:ext cx="119723" cy="369879"/>
                  <a:chOff x="6306338" y="1959815"/>
                  <a:chExt cx="119723" cy="369879"/>
                </a:xfrm>
              </p:grpSpPr>
              <p:sp>
                <p:nvSpPr>
                  <p:cNvPr id="578" name="Google Shape;578;p34"/>
                  <p:cNvSpPr/>
                  <p:nvPr/>
                </p:nvSpPr>
                <p:spPr>
                  <a:xfrm>
                    <a:off x="6307048" y="1960042"/>
                    <a:ext cx="118751" cy="369219"/>
                  </a:xfrm>
                  <a:custGeom>
                    <a:rect b="b" l="l" r="r" t="t"/>
                    <a:pathLst>
                      <a:path extrusionOk="0" h="369219" w="118751">
                        <a:moveTo>
                          <a:pt x="0" y="0"/>
                        </a:moveTo>
                        <a:lnTo>
                          <a:pt x="118751" y="36922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34"/>
                  <p:cNvSpPr/>
                  <p:nvPr/>
                </p:nvSpPr>
                <p:spPr>
                  <a:xfrm rot="-1065335">
                    <a:off x="6365448" y="1950805"/>
                    <a:ext cx="1502" cy="387898"/>
                  </a:xfrm>
                  <a:custGeom>
                    <a:rect b="b" l="l" r="r" t="t"/>
                    <a:pathLst>
                      <a:path extrusionOk="0" h="387843" w="1502">
                        <a:moveTo>
                          <a:pt x="762" y="131"/>
                        </a:moveTo>
                        <a:lnTo>
                          <a:pt x="2265" y="131"/>
                        </a:lnTo>
                        <a:lnTo>
                          <a:pt x="2265" y="387975"/>
                        </a:lnTo>
                        <a:lnTo>
                          <a:pt x="762" y="38797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0" name="Google Shape;580;p34"/>
                <p:cNvGrpSpPr/>
                <p:nvPr/>
              </p:nvGrpSpPr>
              <p:grpSpPr>
                <a:xfrm>
                  <a:off x="6225262" y="1985887"/>
                  <a:ext cx="119724" cy="369879"/>
                  <a:chOff x="6225262" y="1985887"/>
                  <a:chExt cx="119724" cy="369879"/>
                </a:xfrm>
              </p:grpSpPr>
              <p:sp>
                <p:nvSpPr>
                  <p:cNvPr id="581" name="Google Shape;581;p34"/>
                  <p:cNvSpPr/>
                  <p:nvPr/>
                </p:nvSpPr>
                <p:spPr>
                  <a:xfrm>
                    <a:off x="6225972" y="1986114"/>
                    <a:ext cx="118751" cy="369219"/>
                  </a:xfrm>
                  <a:custGeom>
                    <a:rect b="b" l="l" r="r" t="t"/>
                    <a:pathLst>
                      <a:path extrusionOk="0" h="369219" w="118751">
                        <a:moveTo>
                          <a:pt x="0" y="0"/>
                        </a:moveTo>
                        <a:lnTo>
                          <a:pt x="118751" y="36922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34"/>
                  <p:cNvSpPr/>
                  <p:nvPr/>
                </p:nvSpPr>
                <p:spPr>
                  <a:xfrm rot="-1065335">
                    <a:off x="6284372" y="1976877"/>
                    <a:ext cx="1503" cy="387898"/>
                  </a:xfrm>
                  <a:custGeom>
                    <a:rect b="b" l="l" r="r" t="t"/>
                    <a:pathLst>
                      <a:path extrusionOk="0" h="387843" w="1503">
                        <a:moveTo>
                          <a:pt x="762" y="131"/>
                        </a:moveTo>
                        <a:lnTo>
                          <a:pt x="2265" y="131"/>
                        </a:lnTo>
                        <a:lnTo>
                          <a:pt x="2265" y="387975"/>
                        </a:lnTo>
                        <a:lnTo>
                          <a:pt x="762" y="38797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83" name="Google Shape;583;p34"/>
              <p:cNvGrpSpPr/>
              <p:nvPr/>
            </p:nvGrpSpPr>
            <p:grpSpPr>
              <a:xfrm>
                <a:off x="6210529" y="1895940"/>
                <a:ext cx="474193" cy="444921"/>
                <a:chOff x="6210529" y="1895940"/>
                <a:chExt cx="474193" cy="444921"/>
              </a:xfrm>
            </p:grpSpPr>
            <p:grpSp>
              <p:nvGrpSpPr>
                <p:cNvPr id="584" name="Google Shape;584;p34"/>
                <p:cNvGrpSpPr/>
                <p:nvPr/>
              </p:nvGrpSpPr>
              <p:grpSpPr>
                <a:xfrm>
                  <a:off x="6210529" y="1895940"/>
                  <a:ext cx="369917" cy="120703"/>
                  <a:chOff x="6210529" y="1895940"/>
                  <a:chExt cx="369917" cy="120703"/>
                </a:xfrm>
              </p:grpSpPr>
              <p:sp>
                <p:nvSpPr>
                  <p:cNvPr id="585" name="Google Shape;585;p34"/>
                  <p:cNvSpPr/>
                  <p:nvPr/>
                </p:nvSpPr>
                <p:spPr>
                  <a:xfrm>
                    <a:off x="6210725" y="1897073"/>
                    <a:ext cx="369253" cy="118740"/>
                  </a:xfrm>
                  <a:custGeom>
                    <a:rect b="b" l="l" r="r" t="t"/>
                    <a:pathLst>
                      <a:path extrusionOk="0" h="118740" w="369253">
                        <a:moveTo>
                          <a:pt x="0" y="118740"/>
                        </a:moveTo>
                        <a:lnTo>
                          <a:pt x="369254" y="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34"/>
                  <p:cNvSpPr/>
                  <p:nvPr/>
                </p:nvSpPr>
                <p:spPr>
                  <a:xfrm rot="-1073513">
                    <a:off x="6201373" y="1955540"/>
                    <a:ext cx="388230" cy="1503"/>
                  </a:xfrm>
                  <a:custGeom>
                    <a:rect b="b" l="l" r="r" t="t"/>
                    <a:pathLst>
                      <a:path extrusionOk="0" h="1502" w="387879">
                        <a:moveTo>
                          <a:pt x="762" y="131"/>
                        </a:moveTo>
                        <a:lnTo>
                          <a:pt x="388641" y="131"/>
                        </a:lnTo>
                        <a:lnTo>
                          <a:pt x="388641" y="1634"/>
                        </a:lnTo>
                        <a:lnTo>
                          <a:pt x="762" y="1634"/>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7" name="Google Shape;587;p34"/>
                <p:cNvGrpSpPr/>
                <p:nvPr/>
              </p:nvGrpSpPr>
              <p:grpSpPr>
                <a:xfrm>
                  <a:off x="6236607" y="1977018"/>
                  <a:ext cx="369916" cy="120703"/>
                  <a:chOff x="6236607" y="1977018"/>
                  <a:chExt cx="369916" cy="120703"/>
                </a:xfrm>
              </p:grpSpPr>
              <p:sp>
                <p:nvSpPr>
                  <p:cNvPr id="588" name="Google Shape;588;p34"/>
                  <p:cNvSpPr/>
                  <p:nvPr/>
                </p:nvSpPr>
                <p:spPr>
                  <a:xfrm>
                    <a:off x="6236799" y="1978142"/>
                    <a:ext cx="369252" cy="118740"/>
                  </a:xfrm>
                  <a:custGeom>
                    <a:rect b="b" l="l" r="r" t="t"/>
                    <a:pathLst>
                      <a:path extrusionOk="0" h="118740" w="369252">
                        <a:moveTo>
                          <a:pt x="0" y="118740"/>
                        </a:moveTo>
                        <a:lnTo>
                          <a:pt x="369253" y="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34"/>
                  <p:cNvSpPr/>
                  <p:nvPr/>
                </p:nvSpPr>
                <p:spPr>
                  <a:xfrm rot="-1073513">
                    <a:off x="6227450" y="2036618"/>
                    <a:ext cx="388229" cy="1503"/>
                  </a:xfrm>
                  <a:custGeom>
                    <a:rect b="b" l="l" r="r" t="t"/>
                    <a:pathLst>
                      <a:path extrusionOk="0" h="1502" w="387878">
                        <a:moveTo>
                          <a:pt x="762" y="131"/>
                        </a:moveTo>
                        <a:lnTo>
                          <a:pt x="388641" y="131"/>
                        </a:lnTo>
                        <a:lnTo>
                          <a:pt x="388641" y="1634"/>
                        </a:lnTo>
                        <a:lnTo>
                          <a:pt x="762" y="1634"/>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0" name="Google Shape;590;p34"/>
                <p:cNvGrpSpPr/>
                <p:nvPr/>
              </p:nvGrpSpPr>
              <p:grpSpPr>
                <a:xfrm>
                  <a:off x="6262660" y="2058020"/>
                  <a:ext cx="369916" cy="120703"/>
                  <a:chOff x="6262660" y="2058020"/>
                  <a:chExt cx="369916" cy="120703"/>
                </a:xfrm>
              </p:grpSpPr>
              <p:sp>
                <p:nvSpPr>
                  <p:cNvPr id="591" name="Google Shape;591;p34"/>
                  <p:cNvSpPr/>
                  <p:nvPr/>
                </p:nvSpPr>
                <p:spPr>
                  <a:xfrm>
                    <a:off x="6262873" y="2059210"/>
                    <a:ext cx="369253" cy="118740"/>
                  </a:xfrm>
                  <a:custGeom>
                    <a:rect b="b" l="l" r="r" t="t"/>
                    <a:pathLst>
                      <a:path extrusionOk="0" h="118740" w="369253">
                        <a:moveTo>
                          <a:pt x="0" y="118740"/>
                        </a:moveTo>
                        <a:lnTo>
                          <a:pt x="369253" y="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34"/>
                  <p:cNvSpPr/>
                  <p:nvPr/>
                </p:nvSpPr>
                <p:spPr>
                  <a:xfrm rot="-1073513">
                    <a:off x="6253503" y="2117620"/>
                    <a:ext cx="388229" cy="1503"/>
                  </a:xfrm>
                  <a:custGeom>
                    <a:rect b="b" l="l" r="r" t="t"/>
                    <a:pathLst>
                      <a:path extrusionOk="0" h="1502" w="387878">
                        <a:moveTo>
                          <a:pt x="762" y="131"/>
                        </a:moveTo>
                        <a:lnTo>
                          <a:pt x="388641" y="131"/>
                        </a:lnTo>
                        <a:lnTo>
                          <a:pt x="388641" y="1634"/>
                        </a:lnTo>
                        <a:lnTo>
                          <a:pt x="762" y="1634"/>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3" name="Google Shape;593;p34"/>
                <p:cNvGrpSpPr/>
                <p:nvPr/>
              </p:nvGrpSpPr>
              <p:grpSpPr>
                <a:xfrm>
                  <a:off x="6288738" y="2139105"/>
                  <a:ext cx="369917" cy="120703"/>
                  <a:chOff x="6288738" y="2139105"/>
                  <a:chExt cx="369917" cy="120703"/>
                </a:xfrm>
              </p:grpSpPr>
              <p:sp>
                <p:nvSpPr>
                  <p:cNvPr id="594" name="Google Shape;594;p34"/>
                  <p:cNvSpPr/>
                  <p:nvPr/>
                </p:nvSpPr>
                <p:spPr>
                  <a:xfrm>
                    <a:off x="6288947" y="2140279"/>
                    <a:ext cx="369253" cy="118740"/>
                  </a:xfrm>
                  <a:custGeom>
                    <a:rect b="b" l="l" r="r" t="t"/>
                    <a:pathLst>
                      <a:path extrusionOk="0" h="118740" w="369253">
                        <a:moveTo>
                          <a:pt x="0" y="118740"/>
                        </a:moveTo>
                        <a:lnTo>
                          <a:pt x="369254" y="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34"/>
                  <p:cNvSpPr/>
                  <p:nvPr/>
                </p:nvSpPr>
                <p:spPr>
                  <a:xfrm rot="-1073513">
                    <a:off x="6279581" y="2198705"/>
                    <a:ext cx="388230" cy="1503"/>
                  </a:xfrm>
                  <a:custGeom>
                    <a:rect b="b" l="l" r="r" t="t"/>
                    <a:pathLst>
                      <a:path extrusionOk="0" h="1502" w="387879">
                        <a:moveTo>
                          <a:pt x="762" y="131"/>
                        </a:moveTo>
                        <a:lnTo>
                          <a:pt x="388641" y="131"/>
                        </a:lnTo>
                        <a:lnTo>
                          <a:pt x="388641" y="1634"/>
                        </a:lnTo>
                        <a:lnTo>
                          <a:pt x="762" y="1634"/>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6" name="Google Shape;596;p34"/>
                <p:cNvGrpSpPr/>
                <p:nvPr/>
              </p:nvGrpSpPr>
              <p:grpSpPr>
                <a:xfrm>
                  <a:off x="6314807" y="2220158"/>
                  <a:ext cx="369916" cy="120703"/>
                  <a:chOff x="6314807" y="2220158"/>
                  <a:chExt cx="369916" cy="120703"/>
                </a:xfrm>
              </p:grpSpPr>
              <p:sp>
                <p:nvSpPr>
                  <p:cNvPr id="597" name="Google Shape;597;p34"/>
                  <p:cNvSpPr/>
                  <p:nvPr/>
                </p:nvSpPr>
                <p:spPr>
                  <a:xfrm>
                    <a:off x="6315021" y="2221348"/>
                    <a:ext cx="369253" cy="118740"/>
                  </a:xfrm>
                  <a:custGeom>
                    <a:rect b="b" l="l" r="r" t="t"/>
                    <a:pathLst>
                      <a:path extrusionOk="0" h="118740" w="369253">
                        <a:moveTo>
                          <a:pt x="0" y="118740"/>
                        </a:moveTo>
                        <a:lnTo>
                          <a:pt x="369253" y="0"/>
                        </a:lnTo>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8" name="Google Shape;598;p34"/>
                  <p:cNvSpPr/>
                  <p:nvPr/>
                </p:nvSpPr>
                <p:spPr>
                  <a:xfrm rot="-1073513">
                    <a:off x="6305650" y="2279758"/>
                    <a:ext cx="388229" cy="1503"/>
                  </a:xfrm>
                  <a:custGeom>
                    <a:rect b="b" l="l" r="r" t="t"/>
                    <a:pathLst>
                      <a:path extrusionOk="0" h="1502" w="387878">
                        <a:moveTo>
                          <a:pt x="762" y="131"/>
                        </a:moveTo>
                        <a:lnTo>
                          <a:pt x="388641" y="131"/>
                        </a:lnTo>
                        <a:lnTo>
                          <a:pt x="388641" y="1634"/>
                        </a:lnTo>
                        <a:lnTo>
                          <a:pt x="762" y="1634"/>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599" name="Google Shape;599;p34"/>
            <p:cNvGrpSpPr/>
            <p:nvPr/>
          </p:nvGrpSpPr>
          <p:grpSpPr>
            <a:xfrm rot="665177">
              <a:off x="5610098" y="1600681"/>
              <a:ext cx="1749145" cy="1081958"/>
              <a:chOff x="6245590" y="1971079"/>
              <a:chExt cx="353561" cy="218700"/>
            </a:xfrm>
          </p:grpSpPr>
          <p:sp>
            <p:nvSpPr>
              <p:cNvPr id="600" name="Google Shape;600;p34"/>
              <p:cNvSpPr/>
              <p:nvPr/>
            </p:nvSpPr>
            <p:spPr>
              <a:xfrm>
                <a:off x="6255394" y="1980874"/>
                <a:ext cx="333965" cy="199115"/>
              </a:xfrm>
              <a:custGeom>
                <a:rect b="b" l="l" r="r" t="t"/>
                <a:pathLst>
                  <a:path extrusionOk="0" h="199115" w="333965">
                    <a:moveTo>
                      <a:pt x="302174" y="199050"/>
                    </a:moveTo>
                    <a:cubicBezTo>
                      <a:pt x="302332" y="199000"/>
                      <a:pt x="302487" y="198939"/>
                      <a:pt x="302637" y="198869"/>
                    </a:cubicBezTo>
                    <a:cubicBezTo>
                      <a:pt x="305060" y="197713"/>
                      <a:pt x="308724" y="195965"/>
                      <a:pt x="334692" y="4541"/>
                    </a:cubicBezTo>
                    <a:cubicBezTo>
                      <a:pt x="334980" y="2413"/>
                      <a:pt x="333488" y="455"/>
                      <a:pt x="331360" y="167"/>
                    </a:cubicBezTo>
                    <a:cubicBezTo>
                      <a:pt x="329231" y="-121"/>
                      <a:pt x="327273" y="1371"/>
                      <a:pt x="326985" y="3499"/>
                    </a:cubicBezTo>
                    <a:cubicBezTo>
                      <a:pt x="318125" y="68817"/>
                      <a:pt x="304294" y="165214"/>
                      <a:pt x="299119" y="188444"/>
                    </a:cubicBezTo>
                    <a:cubicBezTo>
                      <a:pt x="282358" y="171720"/>
                      <a:pt x="215361" y="101953"/>
                      <a:pt x="169605" y="54086"/>
                    </a:cubicBezTo>
                    <a:cubicBezTo>
                      <a:pt x="168732" y="53172"/>
                      <a:pt x="167469" y="52739"/>
                      <a:pt x="166219" y="52925"/>
                    </a:cubicBezTo>
                    <a:cubicBezTo>
                      <a:pt x="164966" y="53102"/>
                      <a:pt x="163880" y="53887"/>
                      <a:pt x="163319" y="55022"/>
                    </a:cubicBezTo>
                    <a:lnTo>
                      <a:pt x="110506" y="159912"/>
                    </a:lnTo>
                    <a:lnTo>
                      <a:pt x="6445" y="105468"/>
                    </a:lnTo>
                    <a:cubicBezTo>
                      <a:pt x="4538" y="104479"/>
                      <a:pt x="2190" y="105222"/>
                      <a:pt x="1200" y="107128"/>
                    </a:cubicBezTo>
                    <a:cubicBezTo>
                      <a:pt x="215" y="109026"/>
                      <a:pt x="947" y="111363"/>
                      <a:pt x="2838" y="112361"/>
                    </a:cubicBezTo>
                    <a:lnTo>
                      <a:pt x="110400" y="168636"/>
                    </a:lnTo>
                    <a:cubicBezTo>
                      <a:pt x="112331" y="169569"/>
                      <a:pt x="114653" y="168822"/>
                      <a:pt x="115679" y="166939"/>
                    </a:cubicBezTo>
                    <a:lnTo>
                      <a:pt x="167790" y="63440"/>
                    </a:lnTo>
                    <a:cubicBezTo>
                      <a:pt x="208879" y="106415"/>
                      <a:pt x="295152" y="196458"/>
                      <a:pt x="298811" y="198680"/>
                    </a:cubicBezTo>
                    <a:cubicBezTo>
                      <a:pt x="299830" y="199273"/>
                      <a:pt x="301051" y="199407"/>
                      <a:pt x="302174" y="19905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34"/>
              <p:cNvSpPr/>
              <p:nvPr/>
            </p:nvSpPr>
            <p:spPr>
              <a:xfrm>
                <a:off x="6571785" y="1971079"/>
                <a:ext cx="27366" cy="27363"/>
              </a:xfrm>
              <a:custGeom>
                <a:rect b="b" l="l" r="r" t="t"/>
                <a:pathLst>
                  <a:path extrusionOk="0" h="27363" w="27366">
                    <a:moveTo>
                      <a:pt x="1423" y="18002"/>
                    </a:moveTo>
                    <a:cubicBezTo>
                      <a:pt x="3736" y="25193"/>
                      <a:pt x="11442" y="29147"/>
                      <a:pt x="18634" y="26834"/>
                    </a:cubicBezTo>
                    <a:cubicBezTo>
                      <a:pt x="25826" y="24521"/>
                      <a:pt x="29781" y="16816"/>
                      <a:pt x="27467" y="9625"/>
                    </a:cubicBezTo>
                    <a:cubicBezTo>
                      <a:pt x="25154" y="2434"/>
                      <a:pt x="17449" y="-1521"/>
                      <a:pt x="10257" y="792"/>
                    </a:cubicBezTo>
                    <a:cubicBezTo>
                      <a:pt x="3065" y="3104"/>
                      <a:pt x="-890" y="10809"/>
                      <a:pt x="1422" y="18000"/>
                    </a:cubicBezTo>
                    <a:cubicBezTo>
                      <a:pt x="1423" y="18001"/>
                      <a:pt x="1423" y="18001"/>
                      <a:pt x="1423" y="1800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34"/>
              <p:cNvSpPr/>
              <p:nvPr/>
            </p:nvSpPr>
            <p:spPr>
              <a:xfrm>
                <a:off x="6541777" y="2162416"/>
                <a:ext cx="27365" cy="27363"/>
              </a:xfrm>
              <a:custGeom>
                <a:rect b="b" l="l" r="r" t="t"/>
                <a:pathLst>
                  <a:path extrusionOk="0" h="27363" w="27365">
                    <a:moveTo>
                      <a:pt x="1423" y="18001"/>
                    </a:moveTo>
                    <a:cubicBezTo>
                      <a:pt x="3736" y="25192"/>
                      <a:pt x="11442" y="29147"/>
                      <a:pt x="18633" y="26834"/>
                    </a:cubicBezTo>
                    <a:cubicBezTo>
                      <a:pt x="25825" y="24521"/>
                      <a:pt x="29780" y="16816"/>
                      <a:pt x="27467" y="9625"/>
                    </a:cubicBezTo>
                    <a:cubicBezTo>
                      <a:pt x="25154" y="2434"/>
                      <a:pt x="17449" y="-1521"/>
                      <a:pt x="10257" y="792"/>
                    </a:cubicBezTo>
                    <a:cubicBezTo>
                      <a:pt x="3065" y="3104"/>
                      <a:pt x="-890" y="10808"/>
                      <a:pt x="1422" y="17999"/>
                    </a:cubicBezTo>
                    <a:cubicBezTo>
                      <a:pt x="1423" y="18000"/>
                      <a:pt x="1423" y="18001"/>
                      <a:pt x="1423" y="1800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34"/>
              <p:cNvSpPr/>
              <p:nvPr/>
            </p:nvSpPr>
            <p:spPr>
              <a:xfrm>
                <a:off x="6407742" y="2023830"/>
                <a:ext cx="27366" cy="27363"/>
              </a:xfrm>
              <a:custGeom>
                <a:rect b="b" l="l" r="r" t="t"/>
                <a:pathLst>
                  <a:path extrusionOk="0" h="27363" w="27366">
                    <a:moveTo>
                      <a:pt x="1423" y="18001"/>
                    </a:moveTo>
                    <a:cubicBezTo>
                      <a:pt x="3736" y="25193"/>
                      <a:pt x="11441" y="29147"/>
                      <a:pt x="18633" y="26835"/>
                    </a:cubicBezTo>
                    <a:cubicBezTo>
                      <a:pt x="25826" y="24522"/>
                      <a:pt x="29781" y="16817"/>
                      <a:pt x="27468" y="9625"/>
                    </a:cubicBezTo>
                    <a:cubicBezTo>
                      <a:pt x="25155" y="2434"/>
                      <a:pt x="17449" y="-1521"/>
                      <a:pt x="10257" y="792"/>
                    </a:cubicBezTo>
                    <a:cubicBezTo>
                      <a:pt x="3065" y="3105"/>
                      <a:pt x="-891" y="10810"/>
                      <a:pt x="1423" y="1800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34"/>
              <p:cNvSpPr/>
              <p:nvPr/>
            </p:nvSpPr>
            <p:spPr>
              <a:xfrm>
                <a:off x="6352740" y="2130970"/>
                <a:ext cx="27366" cy="27363"/>
              </a:xfrm>
              <a:custGeom>
                <a:rect b="b" l="l" r="r" t="t"/>
                <a:pathLst>
                  <a:path extrusionOk="0" h="27363" w="27366">
                    <a:moveTo>
                      <a:pt x="1423" y="18001"/>
                    </a:moveTo>
                    <a:cubicBezTo>
                      <a:pt x="3736" y="25193"/>
                      <a:pt x="11441" y="29147"/>
                      <a:pt x="18633" y="26834"/>
                    </a:cubicBezTo>
                    <a:cubicBezTo>
                      <a:pt x="25826" y="24522"/>
                      <a:pt x="29781" y="16817"/>
                      <a:pt x="27468" y="9625"/>
                    </a:cubicBezTo>
                    <a:cubicBezTo>
                      <a:pt x="25155" y="2434"/>
                      <a:pt x="17449" y="-1521"/>
                      <a:pt x="10257" y="792"/>
                    </a:cubicBezTo>
                    <a:cubicBezTo>
                      <a:pt x="3065" y="3105"/>
                      <a:pt x="-891" y="10809"/>
                      <a:pt x="1423" y="18001"/>
                    </a:cubicBezTo>
                    <a:cubicBezTo>
                      <a:pt x="1423" y="18001"/>
                      <a:pt x="1423" y="18001"/>
                      <a:pt x="1423" y="1800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34"/>
              <p:cNvSpPr/>
              <p:nvPr/>
            </p:nvSpPr>
            <p:spPr>
              <a:xfrm>
                <a:off x="6245590" y="2075973"/>
                <a:ext cx="27366" cy="27363"/>
              </a:xfrm>
              <a:custGeom>
                <a:rect b="b" l="l" r="r" t="t"/>
                <a:pathLst>
                  <a:path extrusionOk="0" h="27363" w="27366">
                    <a:moveTo>
                      <a:pt x="1423" y="18001"/>
                    </a:moveTo>
                    <a:cubicBezTo>
                      <a:pt x="3736" y="25193"/>
                      <a:pt x="11441" y="29148"/>
                      <a:pt x="18633" y="26835"/>
                    </a:cubicBezTo>
                    <a:cubicBezTo>
                      <a:pt x="25826" y="24522"/>
                      <a:pt x="29781" y="16817"/>
                      <a:pt x="27468" y="9626"/>
                    </a:cubicBezTo>
                    <a:cubicBezTo>
                      <a:pt x="25155" y="2434"/>
                      <a:pt x="17449" y="-1521"/>
                      <a:pt x="10257" y="792"/>
                    </a:cubicBezTo>
                    <a:cubicBezTo>
                      <a:pt x="3065" y="3105"/>
                      <a:pt x="-891" y="10809"/>
                      <a:pt x="1423" y="18001"/>
                    </a:cubicBezTo>
                    <a:cubicBezTo>
                      <a:pt x="1423" y="18001"/>
                      <a:pt x="1423" y="18001"/>
                      <a:pt x="1423" y="1800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06" name="Google Shape;606;p34"/>
            <p:cNvGrpSpPr/>
            <p:nvPr/>
          </p:nvGrpSpPr>
          <p:grpSpPr>
            <a:xfrm rot="-198508">
              <a:off x="5506586" y="2692556"/>
              <a:ext cx="988248" cy="1158669"/>
              <a:chOff x="7027288" y="4687856"/>
              <a:chExt cx="336678" cy="394710"/>
            </a:xfrm>
          </p:grpSpPr>
          <p:sp>
            <p:nvSpPr>
              <p:cNvPr id="607" name="Google Shape;607;p34"/>
              <p:cNvSpPr/>
              <p:nvPr/>
            </p:nvSpPr>
            <p:spPr>
              <a:xfrm rot="-154594">
                <a:off x="7180653" y="4688507"/>
                <a:ext cx="31271" cy="101655"/>
              </a:xfrm>
              <a:custGeom>
                <a:rect b="b" l="l" r="r" t="t"/>
                <a:pathLst>
                  <a:path extrusionOk="0" h="101552" w="31239">
                    <a:moveTo>
                      <a:pt x="31431" y="13093"/>
                    </a:moveTo>
                    <a:lnTo>
                      <a:pt x="23706" y="91127"/>
                    </a:lnTo>
                    <a:cubicBezTo>
                      <a:pt x="23076" y="97586"/>
                      <a:pt x="17326" y="102311"/>
                      <a:pt x="10864" y="101680"/>
                    </a:cubicBezTo>
                    <a:cubicBezTo>
                      <a:pt x="4402" y="101050"/>
                      <a:pt x="-325" y="95303"/>
                      <a:pt x="305" y="88844"/>
                    </a:cubicBezTo>
                    <a:cubicBezTo>
                      <a:pt x="307" y="88833"/>
                      <a:pt x="308" y="88823"/>
                      <a:pt x="309" y="88813"/>
                    </a:cubicBezTo>
                    <a:lnTo>
                      <a:pt x="8033" y="10779"/>
                    </a:lnTo>
                    <a:cubicBezTo>
                      <a:pt x="8672" y="4321"/>
                      <a:pt x="14428" y="-397"/>
                      <a:pt x="20889" y="242"/>
                    </a:cubicBezTo>
                    <a:cubicBezTo>
                      <a:pt x="27350" y="881"/>
                      <a:pt x="32070" y="6634"/>
                      <a:pt x="31431" y="1309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34"/>
              <p:cNvSpPr/>
              <p:nvPr/>
            </p:nvSpPr>
            <p:spPr>
              <a:xfrm>
                <a:off x="7282433" y="4766396"/>
                <a:ext cx="81533" cy="76249"/>
              </a:xfrm>
              <a:custGeom>
                <a:rect b="b" l="l" r="r" t="t"/>
                <a:pathLst>
                  <a:path extrusionOk="0" h="76249" w="81533">
                    <a:moveTo>
                      <a:pt x="77944" y="20622"/>
                    </a:moveTo>
                    <a:lnTo>
                      <a:pt x="19908" y="73382"/>
                    </a:lnTo>
                    <a:cubicBezTo>
                      <a:pt x="15101" y="77745"/>
                      <a:pt x="7666" y="77386"/>
                      <a:pt x="3302" y="72582"/>
                    </a:cubicBezTo>
                    <a:cubicBezTo>
                      <a:pt x="-1058" y="67783"/>
                      <a:pt x="-706" y="60362"/>
                      <a:pt x="4088" y="55996"/>
                    </a:cubicBezTo>
                    <a:lnTo>
                      <a:pt x="62124" y="3235"/>
                    </a:lnTo>
                    <a:cubicBezTo>
                      <a:pt x="66931" y="-1127"/>
                      <a:pt x="74366" y="-769"/>
                      <a:pt x="78730" y="4036"/>
                    </a:cubicBezTo>
                    <a:cubicBezTo>
                      <a:pt x="83090" y="8835"/>
                      <a:pt x="82738" y="16256"/>
                      <a:pt x="77944" y="20622"/>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34"/>
              <p:cNvSpPr/>
              <p:nvPr/>
            </p:nvSpPr>
            <p:spPr>
              <a:xfrm rot="-1293721">
                <a:off x="7043296" y="4741387"/>
                <a:ext cx="51223" cy="96867"/>
              </a:xfrm>
              <a:custGeom>
                <a:rect b="b" l="l" r="r" t="t"/>
                <a:pathLst>
                  <a:path extrusionOk="0" h="96869" w="51224">
                    <a:moveTo>
                      <a:pt x="23006" y="7787"/>
                    </a:moveTo>
                    <a:lnTo>
                      <a:pt x="50713" y="81149"/>
                    </a:lnTo>
                    <a:cubicBezTo>
                      <a:pt x="53006" y="87221"/>
                      <a:pt x="49941" y="94001"/>
                      <a:pt x="43867" y="96293"/>
                    </a:cubicBezTo>
                    <a:cubicBezTo>
                      <a:pt x="37793" y="98585"/>
                      <a:pt x="31010" y="95521"/>
                      <a:pt x="28717" y="89450"/>
                    </a:cubicBezTo>
                    <a:lnTo>
                      <a:pt x="1010" y="16088"/>
                    </a:lnTo>
                    <a:cubicBezTo>
                      <a:pt x="-1283" y="10017"/>
                      <a:pt x="1782" y="3237"/>
                      <a:pt x="7856" y="945"/>
                    </a:cubicBezTo>
                    <a:cubicBezTo>
                      <a:pt x="13930" y="-1348"/>
                      <a:pt x="20713" y="1716"/>
                      <a:pt x="23006" y="778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34"/>
              <p:cNvSpPr/>
              <p:nvPr/>
            </p:nvSpPr>
            <p:spPr>
              <a:xfrm>
                <a:off x="7168557" y="5051205"/>
                <a:ext cx="31375" cy="31361"/>
              </a:xfrm>
              <a:custGeom>
                <a:rect b="b" l="l" r="r" t="t"/>
                <a:pathLst>
                  <a:path extrusionOk="0" h="31361" w="31375">
                    <a:moveTo>
                      <a:pt x="31601" y="16713"/>
                    </a:moveTo>
                    <a:cubicBezTo>
                      <a:pt x="31132" y="25360"/>
                      <a:pt x="23739" y="31990"/>
                      <a:pt x="15088" y="31522"/>
                    </a:cubicBezTo>
                    <a:cubicBezTo>
                      <a:pt x="6437" y="31053"/>
                      <a:pt x="-196" y="23664"/>
                      <a:pt x="272" y="15017"/>
                    </a:cubicBezTo>
                    <a:cubicBezTo>
                      <a:pt x="741" y="6369"/>
                      <a:pt x="8134" y="-261"/>
                      <a:pt x="16785" y="207"/>
                    </a:cubicBezTo>
                    <a:cubicBezTo>
                      <a:pt x="25436" y="675"/>
                      <a:pt x="32069" y="8064"/>
                      <a:pt x="31601" y="16711"/>
                    </a:cubicBezTo>
                    <a:cubicBezTo>
                      <a:pt x="31601" y="16712"/>
                      <a:pt x="31601" y="16712"/>
                      <a:pt x="31601" y="1671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34"/>
              <p:cNvSpPr/>
              <p:nvPr/>
            </p:nvSpPr>
            <p:spPr>
              <a:xfrm>
                <a:off x="7117980" y="4814825"/>
                <a:ext cx="150869" cy="211983"/>
              </a:xfrm>
              <a:custGeom>
                <a:rect b="b" l="l" r="r" t="t"/>
                <a:pathLst>
                  <a:path extrusionOk="0" h="211983" w="150869">
                    <a:moveTo>
                      <a:pt x="151007" y="79643"/>
                    </a:moveTo>
                    <a:cubicBezTo>
                      <a:pt x="153258" y="38072"/>
                      <a:pt x="121369" y="2547"/>
                      <a:pt x="79779" y="296"/>
                    </a:cubicBezTo>
                    <a:cubicBezTo>
                      <a:pt x="38189" y="-1954"/>
                      <a:pt x="2649" y="29921"/>
                      <a:pt x="398" y="71493"/>
                    </a:cubicBezTo>
                    <a:cubicBezTo>
                      <a:pt x="-762" y="92894"/>
                      <a:pt x="4821" y="175098"/>
                      <a:pt x="18424" y="189579"/>
                    </a:cubicBezTo>
                    <a:lnTo>
                      <a:pt x="17650" y="196622"/>
                    </a:lnTo>
                    <a:cubicBezTo>
                      <a:pt x="17336" y="202405"/>
                      <a:pt x="21773" y="207347"/>
                      <a:pt x="27559" y="207660"/>
                    </a:cubicBezTo>
                    <a:lnTo>
                      <a:pt x="110573" y="212152"/>
                    </a:lnTo>
                    <a:cubicBezTo>
                      <a:pt x="116358" y="212465"/>
                      <a:pt x="121301" y="208031"/>
                      <a:pt x="121615" y="202248"/>
                    </a:cubicBezTo>
                    <a:cubicBezTo>
                      <a:pt x="121615" y="202248"/>
                      <a:pt x="121615" y="202248"/>
                      <a:pt x="121615" y="202248"/>
                    </a:cubicBezTo>
                    <a:lnTo>
                      <a:pt x="122389" y="195206"/>
                    </a:lnTo>
                    <a:cubicBezTo>
                      <a:pt x="137477" y="182277"/>
                      <a:pt x="149848" y="101044"/>
                      <a:pt x="151007" y="7964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34"/>
              <p:cNvSpPr/>
              <p:nvPr/>
            </p:nvSpPr>
            <p:spPr>
              <a:xfrm>
                <a:off x="7128277" y="5017711"/>
                <a:ext cx="116236" cy="17144"/>
              </a:xfrm>
              <a:custGeom>
                <a:rect b="b" l="l" r="r" t="t"/>
                <a:pathLst>
                  <a:path extrusionOk="0" h="17144" w="116236">
                    <a:moveTo>
                      <a:pt x="110434" y="17320"/>
                    </a:moveTo>
                    <a:lnTo>
                      <a:pt x="5679" y="11651"/>
                    </a:lnTo>
                    <a:cubicBezTo>
                      <a:pt x="2513" y="11480"/>
                      <a:pt x="86" y="8776"/>
                      <a:pt x="258" y="5612"/>
                    </a:cubicBezTo>
                    <a:lnTo>
                      <a:pt x="258" y="5612"/>
                    </a:lnTo>
                    <a:cubicBezTo>
                      <a:pt x="429" y="2448"/>
                      <a:pt x="3134" y="21"/>
                      <a:pt x="6299" y="193"/>
                    </a:cubicBezTo>
                    <a:cubicBezTo>
                      <a:pt x="6299" y="193"/>
                      <a:pt x="6300" y="193"/>
                      <a:pt x="6300" y="193"/>
                    </a:cubicBezTo>
                    <a:lnTo>
                      <a:pt x="111055" y="5861"/>
                    </a:lnTo>
                    <a:cubicBezTo>
                      <a:pt x="114220" y="6032"/>
                      <a:pt x="116648" y="8736"/>
                      <a:pt x="116477" y="11900"/>
                    </a:cubicBezTo>
                    <a:cubicBezTo>
                      <a:pt x="116477" y="11900"/>
                      <a:pt x="116477" y="11900"/>
                      <a:pt x="116477" y="11901"/>
                    </a:cubicBezTo>
                    <a:lnTo>
                      <a:pt x="116477" y="11901"/>
                    </a:lnTo>
                    <a:cubicBezTo>
                      <a:pt x="116305" y="15065"/>
                      <a:pt x="113601" y="17491"/>
                      <a:pt x="110435" y="17320"/>
                    </a:cubicBezTo>
                    <a:cubicBezTo>
                      <a:pt x="110435" y="17320"/>
                      <a:pt x="110434" y="17320"/>
                      <a:pt x="110434" y="1732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34"/>
              <p:cNvSpPr/>
              <p:nvPr/>
            </p:nvSpPr>
            <p:spPr>
              <a:xfrm>
                <a:off x="7136155" y="5029357"/>
                <a:ext cx="99008" cy="39144"/>
              </a:xfrm>
              <a:custGeom>
                <a:rect b="b" l="l" r="r" t="t"/>
                <a:pathLst>
                  <a:path extrusionOk="0" h="39144" w="99008">
                    <a:moveTo>
                      <a:pt x="1099" y="184"/>
                    </a:moveTo>
                    <a:lnTo>
                      <a:pt x="278" y="15345"/>
                    </a:lnTo>
                    <a:cubicBezTo>
                      <a:pt x="-311" y="26230"/>
                      <a:pt x="8040" y="35532"/>
                      <a:pt x="18930" y="36121"/>
                    </a:cubicBezTo>
                    <a:lnTo>
                      <a:pt x="77650" y="39299"/>
                    </a:lnTo>
                    <a:cubicBezTo>
                      <a:pt x="88540" y="39888"/>
                      <a:pt x="97846" y="31542"/>
                      <a:pt x="98436" y="20657"/>
                    </a:cubicBezTo>
                    <a:lnTo>
                      <a:pt x="99258" y="549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34"/>
              <p:cNvSpPr/>
              <p:nvPr/>
            </p:nvSpPr>
            <p:spPr>
              <a:xfrm>
                <a:off x="7139778" y="4831672"/>
                <a:ext cx="53643" cy="59002"/>
              </a:xfrm>
              <a:custGeom>
                <a:rect b="b" l="l" r="r" t="t"/>
                <a:pathLst>
                  <a:path extrusionOk="0" h="59002" w="53643">
                    <a:moveTo>
                      <a:pt x="41976" y="42094"/>
                    </a:moveTo>
                    <a:cubicBezTo>
                      <a:pt x="29663" y="56872"/>
                      <a:pt x="13007" y="63295"/>
                      <a:pt x="4775" y="56442"/>
                    </a:cubicBezTo>
                    <a:cubicBezTo>
                      <a:pt x="-3457" y="49589"/>
                      <a:pt x="-148" y="32054"/>
                      <a:pt x="12166" y="17276"/>
                    </a:cubicBezTo>
                    <a:cubicBezTo>
                      <a:pt x="24480" y="2499"/>
                      <a:pt x="41135" y="-3925"/>
                      <a:pt x="49367" y="2929"/>
                    </a:cubicBezTo>
                    <a:cubicBezTo>
                      <a:pt x="57598" y="9782"/>
                      <a:pt x="54290" y="27317"/>
                      <a:pt x="41976" y="4209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15" name="Google Shape;615;p34"/>
          <p:cNvGrpSpPr/>
          <p:nvPr/>
        </p:nvGrpSpPr>
        <p:grpSpPr>
          <a:xfrm>
            <a:off x="-825305" y="-417831"/>
            <a:ext cx="10934770" cy="6769705"/>
            <a:chOff x="-825305" y="-417831"/>
            <a:chExt cx="10934770" cy="6769705"/>
          </a:xfrm>
        </p:grpSpPr>
        <p:sp>
          <p:nvSpPr>
            <p:cNvPr id="616" name="Google Shape;616;p34"/>
            <p:cNvSpPr/>
            <p:nvPr/>
          </p:nvSpPr>
          <p:spPr>
            <a:xfrm flipH="1">
              <a:off x="6049433" y="3117310"/>
              <a:ext cx="4060032" cy="3234564"/>
            </a:xfrm>
            <a:custGeom>
              <a:rect b="b" l="l" r="r" t="t"/>
              <a:pathLst>
                <a:path extrusionOk="0" h="3234564" w="4060032">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34"/>
            <p:cNvSpPr/>
            <p:nvPr/>
          </p:nvSpPr>
          <p:spPr>
            <a:xfrm>
              <a:off x="-825305" y="-417831"/>
              <a:ext cx="3567774" cy="2824005"/>
            </a:xfrm>
            <a:custGeom>
              <a:rect b="b" l="l" r="r" t="t"/>
              <a:pathLst>
                <a:path extrusionOk="0" h="2824005" w="3567774">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8" name="Google Shape;618;p34"/>
          <p:cNvGrpSpPr/>
          <p:nvPr/>
        </p:nvGrpSpPr>
        <p:grpSpPr>
          <a:xfrm>
            <a:off x="2072212" y="-366275"/>
            <a:ext cx="5827676" cy="5840046"/>
            <a:chOff x="2072212" y="-366275"/>
            <a:chExt cx="5827676" cy="5840046"/>
          </a:xfrm>
        </p:grpSpPr>
        <p:grpSp>
          <p:nvGrpSpPr>
            <p:cNvPr id="619" name="Google Shape;619;p34"/>
            <p:cNvGrpSpPr/>
            <p:nvPr/>
          </p:nvGrpSpPr>
          <p:grpSpPr>
            <a:xfrm flipH="1" rot="10191051">
              <a:off x="2094932" y="4625900"/>
              <a:ext cx="3359736" cy="556210"/>
              <a:chOff x="3572381" y="1090803"/>
              <a:chExt cx="2835360" cy="469399"/>
            </a:xfrm>
          </p:grpSpPr>
          <p:sp>
            <p:nvSpPr>
              <p:cNvPr id="620" name="Google Shape;620;p34"/>
              <p:cNvSpPr/>
              <p:nvPr/>
            </p:nvSpPr>
            <p:spPr>
              <a:xfrm>
                <a:off x="6333961" y="1442399"/>
                <a:ext cx="37407" cy="48561"/>
              </a:xfrm>
              <a:custGeom>
                <a:rect b="b" l="l" r="r" t="t"/>
                <a:pathLst>
                  <a:path extrusionOk="0" h="48561" w="37407">
                    <a:moveTo>
                      <a:pt x="31099" y="48348"/>
                    </a:moveTo>
                    <a:cubicBezTo>
                      <a:pt x="36228" y="46931"/>
                      <a:pt x="39237" y="41624"/>
                      <a:pt x="37819" y="36496"/>
                    </a:cubicBezTo>
                    <a:cubicBezTo>
                      <a:pt x="37614" y="35755"/>
                      <a:pt x="37322" y="35042"/>
                      <a:pt x="36948" y="34371"/>
                    </a:cubicBezTo>
                    <a:cubicBezTo>
                      <a:pt x="31219" y="24119"/>
                      <a:pt x="24957" y="14010"/>
                      <a:pt x="18334" y="4325"/>
                    </a:cubicBezTo>
                    <a:cubicBezTo>
                      <a:pt x="15334" y="-63"/>
                      <a:pt x="9345" y="-1188"/>
                      <a:pt x="4956" y="1811"/>
                    </a:cubicBezTo>
                    <a:cubicBezTo>
                      <a:pt x="568" y="4811"/>
                      <a:pt x="-558" y="10800"/>
                      <a:pt x="2442" y="15188"/>
                    </a:cubicBezTo>
                    <a:cubicBezTo>
                      <a:pt x="8739" y="24398"/>
                      <a:pt x="14694" y="34011"/>
                      <a:pt x="20142" y="43761"/>
                    </a:cubicBezTo>
                    <a:cubicBezTo>
                      <a:pt x="22304" y="47629"/>
                      <a:pt x="26826" y="49522"/>
                      <a:pt x="31099" y="4834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34"/>
              <p:cNvSpPr/>
              <p:nvPr/>
            </p:nvSpPr>
            <p:spPr>
              <a:xfrm>
                <a:off x="3626651" y="1178116"/>
                <a:ext cx="2682050" cy="229589"/>
              </a:xfrm>
              <a:custGeom>
                <a:rect b="b" l="l" r="r" t="t"/>
                <a:pathLst>
                  <a:path extrusionOk="0" h="229589" w="2682050">
                    <a:moveTo>
                      <a:pt x="2675754" y="229371"/>
                    </a:moveTo>
                    <a:cubicBezTo>
                      <a:pt x="2680878" y="227951"/>
                      <a:pt x="2683881" y="222646"/>
                      <a:pt x="2682460" y="217522"/>
                    </a:cubicBezTo>
                    <a:cubicBezTo>
                      <a:pt x="2682023" y="215945"/>
                      <a:pt x="2681191" y="214505"/>
                      <a:pt x="2680042" y="213339"/>
                    </a:cubicBezTo>
                    <a:cubicBezTo>
                      <a:pt x="2663356" y="196482"/>
                      <a:pt x="2645363" y="180971"/>
                      <a:pt x="2626231" y="166952"/>
                    </a:cubicBezTo>
                    <a:cubicBezTo>
                      <a:pt x="2621948" y="163803"/>
                      <a:pt x="2615923" y="164722"/>
                      <a:pt x="2612774" y="169004"/>
                    </a:cubicBezTo>
                    <a:cubicBezTo>
                      <a:pt x="2609624" y="173287"/>
                      <a:pt x="2610543" y="179311"/>
                      <a:pt x="2614826" y="182460"/>
                    </a:cubicBezTo>
                    <a:cubicBezTo>
                      <a:pt x="2633138" y="195875"/>
                      <a:pt x="2650359" y="210718"/>
                      <a:pt x="2666328" y="226849"/>
                    </a:cubicBezTo>
                    <a:cubicBezTo>
                      <a:pt x="2668780" y="229338"/>
                      <a:pt x="2672388" y="230304"/>
                      <a:pt x="2675755" y="229371"/>
                    </a:cubicBezTo>
                    <a:close/>
                    <a:moveTo>
                      <a:pt x="2564221" y="146657"/>
                    </a:moveTo>
                    <a:cubicBezTo>
                      <a:pt x="2569346" y="145244"/>
                      <a:pt x="2572354" y="139944"/>
                      <a:pt x="2570940" y="134820"/>
                    </a:cubicBezTo>
                    <a:cubicBezTo>
                      <a:pt x="2570247" y="132309"/>
                      <a:pt x="2568566" y="130186"/>
                      <a:pt x="2566281" y="128936"/>
                    </a:cubicBezTo>
                    <a:cubicBezTo>
                      <a:pt x="2545510" y="117632"/>
                      <a:pt x="2524145" y="107455"/>
                      <a:pt x="2502279" y="98452"/>
                    </a:cubicBezTo>
                    <a:cubicBezTo>
                      <a:pt x="2497368" y="96417"/>
                      <a:pt x="2491737" y="98748"/>
                      <a:pt x="2489701" y="103659"/>
                    </a:cubicBezTo>
                    <a:cubicBezTo>
                      <a:pt x="2487666" y="108569"/>
                      <a:pt x="2489998" y="114200"/>
                      <a:pt x="2494909" y="116235"/>
                    </a:cubicBezTo>
                    <a:cubicBezTo>
                      <a:pt x="2494912" y="116236"/>
                      <a:pt x="2494915" y="116237"/>
                      <a:pt x="2494918" y="116238"/>
                    </a:cubicBezTo>
                    <a:cubicBezTo>
                      <a:pt x="2516142" y="124977"/>
                      <a:pt x="2536880" y="134853"/>
                      <a:pt x="2557041" y="145823"/>
                    </a:cubicBezTo>
                    <a:cubicBezTo>
                      <a:pt x="2559234" y="147027"/>
                      <a:pt x="2561811" y="147327"/>
                      <a:pt x="2564221" y="146658"/>
                    </a:cubicBezTo>
                    <a:close/>
                    <a:moveTo>
                      <a:pt x="2435374" y="92822"/>
                    </a:moveTo>
                    <a:cubicBezTo>
                      <a:pt x="2440500" y="91412"/>
                      <a:pt x="2443512" y="86113"/>
                      <a:pt x="2442101" y="80988"/>
                    </a:cubicBezTo>
                    <a:cubicBezTo>
                      <a:pt x="2441235" y="77839"/>
                      <a:pt x="2438830" y="75344"/>
                      <a:pt x="2435715" y="74362"/>
                    </a:cubicBezTo>
                    <a:cubicBezTo>
                      <a:pt x="2414124" y="67555"/>
                      <a:pt x="2391197" y="61232"/>
                      <a:pt x="2367571" y="55565"/>
                    </a:cubicBezTo>
                    <a:cubicBezTo>
                      <a:pt x="2362401" y="54325"/>
                      <a:pt x="2357205" y="57510"/>
                      <a:pt x="2355965" y="62679"/>
                    </a:cubicBezTo>
                    <a:cubicBezTo>
                      <a:pt x="2354725" y="67848"/>
                      <a:pt x="2357911" y="73044"/>
                      <a:pt x="2363080" y="74284"/>
                    </a:cubicBezTo>
                    <a:cubicBezTo>
                      <a:pt x="2386272" y="79846"/>
                      <a:pt x="2408762" y="86049"/>
                      <a:pt x="2429928" y="92720"/>
                    </a:cubicBezTo>
                    <a:cubicBezTo>
                      <a:pt x="2431695" y="93281"/>
                      <a:pt x="2433587" y="93316"/>
                      <a:pt x="2435374" y="92822"/>
                    </a:cubicBezTo>
                    <a:close/>
                    <a:moveTo>
                      <a:pt x="2299306" y="59872"/>
                    </a:moveTo>
                    <a:cubicBezTo>
                      <a:pt x="2304432" y="58461"/>
                      <a:pt x="2307443" y="53161"/>
                      <a:pt x="2306031" y="48035"/>
                    </a:cubicBezTo>
                    <a:cubicBezTo>
                      <a:pt x="2305048" y="44466"/>
                      <a:pt x="2302106" y="41777"/>
                      <a:pt x="2298462" y="41119"/>
                    </a:cubicBezTo>
                    <a:cubicBezTo>
                      <a:pt x="2276155" y="37090"/>
                      <a:pt x="2252709" y="33435"/>
                      <a:pt x="2228772" y="30255"/>
                    </a:cubicBezTo>
                    <a:cubicBezTo>
                      <a:pt x="2223503" y="29555"/>
                      <a:pt x="2218663" y="33259"/>
                      <a:pt x="2217963" y="38528"/>
                    </a:cubicBezTo>
                    <a:cubicBezTo>
                      <a:pt x="2217263" y="43797"/>
                      <a:pt x="2220967" y="48636"/>
                      <a:pt x="2226236" y="49337"/>
                    </a:cubicBezTo>
                    <a:cubicBezTo>
                      <a:pt x="2249877" y="52478"/>
                      <a:pt x="2273026" y="56087"/>
                      <a:pt x="2295041" y="60061"/>
                    </a:cubicBezTo>
                    <a:cubicBezTo>
                      <a:pt x="2296459" y="60319"/>
                      <a:pt x="2297917" y="60255"/>
                      <a:pt x="2299306" y="59872"/>
                    </a:cubicBezTo>
                    <a:close/>
                    <a:moveTo>
                      <a:pt x="2160406" y="41225"/>
                    </a:moveTo>
                    <a:cubicBezTo>
                      <a:pt x="2165531" y="39810"/>
                      <a:pt x="2168539" y="34509"/>
                      <a:pt x="2167124" y="29384"/>
                    </a:cubicBezTo>
                    <a:cubicBezTo>
                      <a:pt x="2166060" y="25530"/>
                      <a:pt x="2162725" y="22735"/>
                      <a:pt x="2158745" y="22361"/>
                    </a:cubicBezTo>
                    <a:cubicBezTo>
                      <a:pt x="2136155" y="20242"/>
                      <a:pt x="2112532" y="18422"/>
                      <a:pt x="2088532" y="16949"/>
                    </a:cubicBezTo>
                    <a:cubicBezTo>
                      <a:pt x="2083226" y="16624"/>
                      <a:pt x="2078660" y="20661"/>
                      <a:pt x="2078335" y="25967"/>
                    </a:cubicBezTo>
                    <a:cubicBezTo>
                      <a:pt x="2078009" y="31273"/>
                      <a:pt x="2082047" y="35838"/>
                      <a:pt x="2087353" y="36163"/>
                    </a:cubicBezTo>
                    <a:cubicBezTo>
                      <a:pt x="2111148" y="37623"/>
                      <a:pt x="2134563" y="39427"/>
                      <a:pt x="2156946" y="41527"/>
                    </a:cubicBezTo>
                    <a:cubicBezTo>
                      <a:pt x="2158108" y="41637"/>
                      <a:pt x="2159280" y="41535"/>
                      <a:pt x="2160406" y="41225"/>
                    </a:cubicBezTo>
                    <a:close/>
                    <a:moveTo>
                      <a:pt x="2020471" y="32524"/>
                    </a:moveTo>
                    <a:cubicBezTo>
                      <a:pt x="2025595" y="31107"/>
                      <a:pt x="2028601" y="25804"/>
                      <a:pt x="2027183" y="20680"/>
                    </a:cubicBezTo>
                    <a:cubicBezTo>
                      <a:pt x="2026062" y="16626"/>
                      <a:pt x="2022438" y="13769"/>
                      <a:pt x="2018234" y="13625"/>
                    </a:cubicBezTo>
                    <a:cubicBezTo>
                      <a:pt x="1995538" y="12853"/>
                      <a:pt x="1971876" y="12328"/>
                      <a:pt x="1947908" y="12067"/>
                    </a:cubicBezTo>
                    <a:cubicBezTo>
                      <a:pt x="1942592" y="12009"/>
                      <a:pt x="1938236" y="16271"/>
                      <a:pt x="1938178" y="21587"/>
                    </a:cubicBezTo>
                    <a:cubicBezTo>
                      <a:pt x="1938120" y="26902"/>
                      <a:pt x="1942382" y="31258"/>
                      <a:pt x="1947698" y="31316"/>
                    </a:cubicBezTo>
                    <a:cubicBezTo>
                      <a:pt x="1971519" y="31576"/>
                      <a:pt x="1995030" y="32097"/>
                      <a:pt x="2017579" y="32864"/>
                    </a:cubicBezTo>
                    <a:cubicBezTo>
                      <a:pt x="2018555" y="32898"/>
                      <a:pt x="2019530" y="32783"/>
                      <a:pt x="2020471" y="32524"/>
                    </a:cubicBezTo>
                    <a:close/>
                    <a:moveTo>
                      <a:pt x="1880247" y="30914"/>
                    </a:moveTo>
                    <a:cubicBezTo>
                      <a:pt x="1885371" y="29496"/>
                      <a:pt x="1888375" y="24193"/>
                      <a:pt x="1886957" y="19069"/>
                    </a:cubicBezTo>
                    <a:cubicBezTo>
                      <a:pt x="1885794" y="14869"/>
                      <a:pt x="1881954" y="11974"/>
                      <a:pt x="1877595" y="12012"/>
                    </a:cubicBezTo>
                    <a:cubicBezTo>
                      <a:pt x="1854885" y="12211"/>
                      <a:pt x="1831241" y="12623"/>
                      <a:pt x="1807320" y="13235"/>
                    </a:cubicBezTo>
                    <a:cubicBezTo>
                      <a:pt x="1802005" y="13371"/>
                      <a:pt x="1797807" y="17789"/>
                      <a:pt x="1797943" y="23104"/>
                    </a:cubicBezTo>
                    <a:cubicBezTo>
                      <a:pt x="1798079" y="28418"/>
                      <a:pt x="1802498" y="32615"/>
                      <a:pt x="1807813" y="32479"/>
                    </a:cubicBezTo>
                    <a:cubicBezTo>
                      <a:pt x="1831627" y="31869"/>
                      <a:pt x="1855162" y="31460"/>
                      <a:pt x="1877764" y="31261"/>
                    </a:cubicBezTo>
                    <a:cubicBezTo>
                      <a:pt x="1878603" y="31254"/>
                      <a:pt x="1879438" y="31137"/>
                      <a:pt x="1880247" y="30914"/>
                    </a:cubicBezTo>
                    <a:close/>
                    <a:moveTo>
                      <a:pt x="1740049" y="34449"/>
                    </a:moveTo>
                    <a:cubicBezTo>
                      <a:pt x="1745172" y="33029"/>
                      <a:pt x="1748175" y="27725"/>
                      <a:pt x="1746755" y="22602"/>
                    </a:cubicBezTo>
                    <a:cubicBezTo>
                      <a:pt x="1745562" y="18295"/>
                      <a:pt x="1741561" y="15376"/>
                      <a:pt x="1737096" y="15554"/>
                    </a:cubicBezTo>
                    <a:cubicBezTo>
                      <a:pt x="1714410" y="16461"/>
                      <a:pt x="1690801" y="17553"/>
                      <a:pt x="1666926" y="18800"/>
                    </a:cubicBezTo>
                    <a:cubicBezTo>
                      <a:pt x="1661617" y="19072"/>
                      <a:pt x="1657533" y="23595"/>
                      <a:pt x="1657804" y="28904"/>
                    </a:cubicBezTo>
                    <a:cubicBezTo>
                      <a:pt x="1658076" y="34213"/>
                      <a:pt x="1662600" y="38296"/>
                      <a:pt x="1667909" y="38025"/>
                    </a:cubicBezTo>
                    <a:cubicBezTo>
                      <a:pt x="1667916" y="38025"/>
                      <a:pt x="1667924" y="38024"/>
                      <a:pt x="1667931" y="38024"/>
                    </a:cubicBezTo>
                    <a:cubicBezTo>
                      <a:pt x="1691728" y="36781"/>
                      <a:pt x="1715257" y="35692"/>
                      <a:pt x="1737865" y="34788"/>
                    </a:cubicBezTo>
                    <a:cubicBezTo>
                      <a:pt x="1738604" y="34759"/>
                      <a:pt x="1739336" y="34645"/>
                      <a:pt x="1740049" y="34449"/>
                    </a:cubicBezTo>
                    <a:close/>
                    <a:moveTo>
                      <a:pt x="1599989" y="41717"/>
                    </a:moveTo>
                    <a:cubicBezTo>
                      <a:pt x="1605112" y="40297"/>
                      <a:pt x="1608115" y="34993"/>
                      <a:pt x="1606694" y="29870"/>
                    </a:cubicBezTo>
                    <a:cubicBezTo>
                      <a:pt x="1605479" y="25485"/>
                      <a:pt x="1601358" y="22550"/>
                      <a:pt x="1596817" y="22834"/>
                    </a:cubicBezTo>
                    <a:cubicBezTo>
                      <a:pt x="1574321" y="24240"/>
                      <a:pt x="1550752" y="25821"/>
                      <a:pt x="1526766" y="27529"/>
                    </a:cubicBezTo>
                    <a:cubicBezTo>
                      <a:pt x="1521464" y="27906"/>
                      <a:pt x="1517471" y="32510"/>
                      <a:pt x="1517848" y="37812"/>
                    </a:cubicBezTo>
                    <a:cubicBezTo>
                      <a:pt x="1518226" y="43114"/>
                      <a:pt x="1522830" y="47107"/>
                      <a:pt x="1528133" y="46730"/>
                    </a:cubicBezTo>
                    <a:cubicBezTo>
                      <a:pt x="1552065" y="45026"/>
                      <a:pt x="1575578" y="43450"/>
                      <a:pt x="1598019" y="42045"/>
                    </a:cubicBezTo>
                    <a:cubicBezTo>
                      <a:pt x="1598685" y="42004"/>
                      <a:pt x="1599345" y="41894"/>
                      <a:pt x="1599989" y="41717"/>
                    </a:cubicBezTo>
                    <a:close/>
                    <a:moveTo>
                      <a:pt x="1460235" y="51632"/>
                    </a:moveTo>
                    <a:cubicBezTo>
                      <a:pt x="1465359" y="50211"/>
                      <a:pt x="1468360" y="44907"/>
                      <a:pt x="1466939" y="39784"/>
                    </a:cubicBezTo>
                    <a:cubicBezTo>
                      <a:pt x="1465708" y="35345"/>
                      <a:pt x="1461504" y="32401"/>
                      <a:pt x="1456912" y="32760"/>
                    </a:cubicBezTo>
                    <a:cubicBezTo>
                      <a:pt x="1434683" y="34500"/>
                      <a:pt x="1411143" y="36412"/>
                      <a:pt x="1386944" y="38442"/>
                    </a:cubicBezTo>
                    <a:cubicBezTo>
                      <a:pt x="1381646" y="38886"/>
                      <a:pt x="1377712" y="43541"/>
                      <a:pt x="1378156" y="48838"/>
                    </a:cubicBezTo>
                    <a:cubicBezTo>
                      <a:pt x="1378600" y="54135"/>
                      <a:pt x="1383255" y="58069"/>
                      <a:pt x="1388552" y="57625"/>
                    </a:cubicBezTo>
                    <a:cubicBezTo>
                      <a:pt x="1412718" y="55596"/>
                      <a:pt x="1436222" y="53688"/>
                      <a:pt x="1458415" y="51951"/>
                    </a:cubicBezTo>
                    <a:cubicBezTo>
                      <a:pt x="1459030" y="51903"/>
                      <a:pt x="1459640" y="51796"/>
                      <a:pt x="1460235" y="51632"/>
                    </a:cubicBezTo>
                    <a:close/>
                    <a:moveTo>
                      <a:pt x="1320267" y="63345"/>
                    </a:moveTo>
                    <a:cubicBezTo>
                      <a:pt x="1325391" y="61924"/>
                      <a:pt x="1328392" y="56619"/>
                      <a:pt x="1326971" y="51496"/>
                    </a:cubicBezTo>
                    <a:cubicBezTo>
                      <a:pt x="1325730" y="47023"/>
                      <a:pt x="1321474" y="44073"/>
                      <a:pt x="1316850" y="44480"/>
                    </a:cubicBezTo>
                    <a:cubicBezTo>
                      <a:pt x="1293531" y="46536"/>
                      <a:pt x="1270239" y="48624"/>
                      <a:pt x="1246975" y="50746"/>
                    </a:cubicBezTo>
                    <a:cubicBezTo>
                      <a:pt x="1241682" y="51238"/>
                      <a:pt x="1237789" y="55928"/>
                      <a:pt x="1238281" y="61221"/>
                    </a:cubicBezTo>
                    <a:cubicBezTo>
                      <a:pt x="1238772" y="66499"/>
                      <a:pt x="1243439" y="70387"/>
                      <a:pt x="1248720" y="69917"/>
                    </a:cubicBezTo>
                    <a:cubicBezTo>
                      <a:pt x="1271958" y="67803"/>
                      <a:pt x="1295232" y="65716"/>
                      <a:pt x="1318541" y="63656"/>
                    </a:cubicBezTo>
                    <a:cubicBezTo>
                      <a:pt x="1319125" y="63605"/>
                      <a:pt x="1319702" y="63500"/>
                      <a:pt x="1320267" y="63345"/>
                    </a:cubicBezTo>
                    <a:close/>
                    <a:moveTo>
                      <a:pt x="1180582" y="76022"/>
                    </a:moveTo>
                    <a:cubicBezTo>
                      <a:pt x="1185705" y="74601"/>
                      <a:pt x="1188707" y="69297"/>
                      <a:pt x="1187286" y="64174"/>
                    </a:cubicBezTo>
                    <a:cubicBezTo>
                      <a:pt x="1186041" y="59686"/>
                      <a:pt x="1181762" y="56733"/>
                      <a:pt x="1177124" y="57161"/>
                    </a:cubicBezTo>
                    <a:lnTo>
                      <a:pt x="1107292" y="63631"/>
                    </a:lnTo>
                    <a:cubicBezTo>
                      <a:pt x="1101998" y="64120"/>
                      <a:pt x="1098104" y="68808"/>
                      <a:pt x="1098594" y="74101"/>
                    </a:cubicBezTo>
                    <a:cubicBezTo>
                      <a:pt x="1099083" y="79394"/>
                      <a:pt x="1103771" y="83288"/>
                      <a:pt x="1109065" y="82799"/>
                    </a:cubicBezTo>
                    <a:lnTo>
                      <a:pt x="1178897" y="76329"/>
                    </a:lnTo>
                    <a:cubicBezTo>
                      <a:pt x="1179467" y="76277"/>
                      <a:pt x="1180031" y="76174"/>
                      <a:pt x="1180582" y="76022"/>
                    </a:cubicBezTo>
                    <a:close/>
                    <a:moveTo>
                      <a:pt x="1040914" y="88917"/>
                    </a:moveTo>
                    <a:cubicBezTo>
                      <a:pt x="1046037" y="87496"/>
                      <a:pt x="1049038" y="82192"/>
                      <a:pt x="1047618" y="77069"/>
                    </a:cubicBezTo>
                    <a:cubicBezTo>
                      <a:pt x="1046374" y="72586"/>
                      <a:pt x="1042102" y="69633"/>
                      <a:pt x="1037467" y="70055"/>
                    </a:cubicBezTo>
                    <a:cubicBezTo>
                      <a:pt x="1014055" y="72191"/>
                      <a:pt x="990780" y="74284"/>
                      <a:pt x="967643" y="76333"/>
                    </a:cubicBezTo>
                    <a:cubicBezTo>
                      <a:pt x="962348" y="76808"/>
                      <a:pt x="958441" y="81485"/>
                      <a:pt x="958916" y="86780"/>
                    </a:cubicBezTo>
                    <a:cubicBezTo>
                      <a:pt x="959390" y="92064"/>
                      <a:pt x="964051" y="95968"/>
                      <a:pt x="969337" y="95509"/>
                    </a:cubicBezTo>
                    <a:cubicBezTo>
                      <a:pt x="992486" y="93464"/>
                      <a:pt x="1015778" y="91369"/>
                      <a:pt x="1039215" y="89225"/>
                    </a:cubicBezTo>
                    <a:cubicBezTo>
                      <a:pt x="1039790" y="89173"/>
                      <a:pt x="1040358" y="89070"/>
                      <a:pt x="1040914" y="88917"/>
                    </a:cubicBezTo>
                    <a:close/>
                    <a:moveTo>
                      <a:pt x="901186" y="101218"/>
                    </a:moveTo>
                    <a:cubicBezTo>
                      <a:pt x="906309" y="99797"/>
                      <a:pt x="909310" y="94492"/>
                      <a:pt x="907889" y="89370"/>
                    </a:cubicBezTo>
                    <a:cubicBezTo>
                      <a:pt x="906652" y="84913"/>
                      <a:pt x="902421" y="81966"/>
                      <a:pt x="897812" y="82350"/>
                    </a:cubicBezTo>
                    <a:cubicBezTo>
                      <a:pt x="873111" y="84419"/>
                      <a:pt x="850263" y="86261"/>
                      <a:pt x="827963" y="87983"/>
                    </a:cubicBezTo>
                    <a:cubicBezTo>
                      <a:pt x="822663" y="88392"/>
                      <a:pt x="818697" y="93020"/>
                      <a:pt x="819107" y="98320"/>
                    </a:cubicBezTo>
                    <a:cubicBezTo>
                      <a:pt x="819516" y="103620"/>
                      <a:pt x="824144" y="107585"/>
                      <a:pt x="829445" y="107176"/>
                    </a:cubicBezTo>
                    <a:cubicBezTo>
                      <a:pt x="851787" y="105450"/>
                      <a:pt x="874676" y="103605"/>
                      <a:pt x="899417" y="101533"/>
                    </a:cubicBezTo>
                    <a:cubicBezTo>
                      <a:pt x="900015" y="101483"/>
                      <a:pt x="900607" y="101378"/>
                      <a:pt x="901186" y="101218"/>
                    </a:cubicBezTo>
                    <a:close/>
                    <a:moveTo>
                      <a:pt x="761324" y="111970"/>
                    </a:moveTo>
                    <a:cubicBezTo>
                      <a:pt x="766447" y="110550"/>
                      <a:pt x="769449" y="105246"/>
                      <a:pt x="768029" y="100123"/>
                    </a:cubicBezTo>
                    <a:cubicBezTo>
                      <a:pt x="766807" y="95717"/>
                      <a:pt x="762655" y="92779"/>
                      <a:pt x="758094" y="93091"/>
                    </a:cubicBezTo>
                    <a:cubicBezTo>
                      <a:pt x="733956" y="94746"/>
                      <a:pt x="710441" y="96233"/>
                      <a:pt x="688203" y="97507"/>
                    </a:cubicBezTo>
                    <a:cubicBezTo>
                      <a:pt x="682896" y="97818"/>
                      <a:pt x="678846" y="102373"/>
                      <a:pt x="679158" y="107680"/>
                    </a:cubicBezTo>
                    <a:cubicBezTo>
                      <a:pt x="679469" y="112975"/>
                      <a:pt x="684007" y="117021"/>
                      <a:pt x="689304" y="116725"/>
                    </a:cubicBezTo>
                    <a:cubicBezTo>
                      <a:pt x="711614" y="115446"/>
                      <a:pt x="735202" y="113956"/>
                      <a:pt x="759413" y="112295"/>
                    </a:cubicBezTo>
                    <a:cubicBezTo>
                      <a:pt x="760059" y="112251"/>
                      <a:pt x="760699" y="112142"/>
                      <a:pt x="761324" y="111970"/>
                    </a:cubicBezTo>
                    <a:close/>
                    <a:moveTo>
                      <a:pt x="621274" y="119924"/>
                    </a:moveTo>
                    <a:cubicBezTo>
                      <a:pt x="626398" y="118504"/>
                      <a:pt x="629401" y="113200"/>
                      <a:pt x="627981" y="108077"/>
                    </a:cubicBezTo>
                    <a:cubicBezTo>
                      <a:pt x="626785" y="103760"/>
                      <a:pt x="622769" y="100839"/>
                      <a:pt x="618293" y="101030"/>
                    </a:cubicBezTo>
                    <a:cubicBezTo>
                      <a:pt x="594139" y="102066"/>
                      <a:pt x="570614" y="102869"/>
                      <a:pt x="548369" y="103417"/>
                    </a:cubicBezTo>
                    <a:cubicBezTo>
                      <a:pt x="543054" y="103540"/>
                      <a:pt x="538846" y="107948"/>
                      <a:pt x="538969" y="113262"/>
                    </a:cubicBezTo>
                    <a:cubicBezTo>
                      <a:pt x="539092" y="118576"/>
                      <a:pt x="543500" y="122784"/>
                      <a:pt x="548815" y="122661"/>
                    </a:cubicBezTo>
                    <a:cubicBezTo>
                      <a:pt x="548824" y="122661"/>
                      <a:pt x="548834" y="122661"/>
                      <a:pt x="548844" y="122660"/>
                    </a:cubicBezTo>
                    <a:cubicBezTo>
                      <a:pt x="571204" y="122110"/>
                      <a:pt x="594848" y="121303"/>
                      <a:pt x="619118" y="120262"/>
                    </a:cubicBezTo>
                    <a:cubicBezTo>
                      <a:pt x="619847" y="120231"/>
                      <a:pt x="620570" y="120117"/>
                      <a:pt x="621274" y="119924"/>
                    </a:cubicBezTo>
                    <a:close/>
                    <a:moveTo>
                      <a:pt x="481039" y="123260"/>
                    </a:moveTo>
                    <a:cubicBezTo>
                      <a:pt x="486164" y="121843"/>
                      <a:pt x="489169" y="116540"/>
                      <a:pt x="487751" y="111417"/>
                    </a:cubicBezTo>
                    <a:cubicBezTo>
                      <a:pt x="486596" y="107241"/>
                      <a:pt x="482794" y="104351"/>
                      <a:pt x="478461" y="104357"/>
                    </a:cubicBezTo>
                    <a:cubicBezTo>
                      <a:pt x="454271" y="104387"/>
                      <a:pt x="430775" y="104077"/>
                      <a:pt x="408625" y="103437"/>
                    </a:cubicBezTo>
                    <a:cubicBezTo>
                      <a:pt x="403311" y="103283"/>
                      <a:pt x="398878" y="107466"/>
                      <a:pt x="398725" y="112779"/>
                    </a:cubicBezTo>
                    <a:cubicBezTo>
                      <a:pt x="398571" y="118093"/>
                      <a:pt x="402754" y="122525"/>
                      <a:pt x="408068" y="122678"/>
                    </a:cubicBezTo>
                    <a:cubicBezTo>
                      <a:pt x="430411" y="123325"/>
                      <a:pt x="454102" y="123637"/>
                      <a:pt x="478486" y="123606"/>
                    </a:cubicBezTo>
                    <a:cubicBezTo>
                      <a:pt x="479349" y="123606"/>
                      <a:pt x="480207" y="123489"/>
                      <a:pt x="481039" y="123260"/>
                    </a:cubicBezTo>
                    <a:close/>
                    <a:moveTo>
                      <a:pt x="340873" y="118985"/>
                    </a:moveTo>
                    <a:cubicBezTo>
                      <a:pt x="345998" y="117570"/>
                      <a:pt x="349006" y="112269"/>
                      <a:pt x="347590" y="107144"/>
                    </a:cubicBezTo>
                    <a:cubicBezTo>
                      <a:pt x="346503" y="103206"/>
                      <a:pt x="343048" y="100383"/>
                      <a:pt x="338972" y="100103"/>
                    </a:cubicBezTo>
                    <a:cubicBezTo>
                      <a:pt x="314708" y="98435"/>
                      <a:pt x="291405" y="96238"/>
                      <a:pt x="269709" y="93572"/>
                    </a:cubicBezTo>
                    <a:cubicBezTo>
                      <a:pt x="264433" y="92923"/>
                      <a:pt x="259629" y="96675"/>
                      <a:pt x="258981" y="101951"/>
                    </a:cubicBezTo>
                    <a:cubicBezTo>
                      <a:pt x="258332" y="107226"/>
                      <a:pt x="262084" y="112029"/>
                      <a:pt x="267360" y="112678"/>
                    </a:cubicBezTo>
                    <a:cubicBezTo>
                      <a:pt x="289396" y="115386"/>
                      <a:pt x="313046" y="117616"/>
                      <a:pt x="337651" y="119307"/>
                    </a:cubicBezTo>
                    <a:cubicBezTo>
                      <a:pt x="338736" y="119382"/>
                      <a:pt x="339825" y="119274"/>
                      <a:pt x="340873" y="118985"/>
                    </a:cubicBezTo>
                    <a:close/>
                    <a:moveTo>
                      <a:pt x="201932" y="101421"/>
                    </a:moveTo>
                    <a:cubicBezTo>
                      <a:pt x="207058" y="100009"/>
                      <a:pt x="210070" y="94710"/>
                      <a:pt x="208658" y="89584"/>
                    </a:cubicBezTo>
                    <a:cubicBezTo>
                      <a:pt x="207692" y="86078"/>
                      <a:pt x="204833" y="83415"/>
                      <a:pt x="201266" y="82701"/>
                    </a:cubicBezTo>
                    <a:cubicBezTo>
                      <a:pt x="178740" y="78277"/>
                      <a:pt x="156473" y="72622"/>
                      <a:pt x="134566" y="65763"/>
                    </a:cubicBezTo>
                    <a:cubicBezTo>
                      <a:pt x="129499" y="64152"/>
                      <a:pt x="124087" y="66954"/>
                      <a:pt x="122477" y="72020"/>
                    </a:cubicBezTo>
                    <a:cubicBezTo>
                      <a:pt x="122477" y="72020"/>
                      <a:pt x="122476" y="72020"/>
                      <a:pt x="122476" y="72021"/>
                    </a:cubicBezTo>
                    <a:cubicBezTo>
                      <a:pt x="120867" y="77086"/>
                      <a:pt x="123668" y="82498"/>
                      <a:pt x="128733" y="84109"/>
                    </a:cubicBezTo>
                    <a:cubicBezTo>
                      <a:pt x="151317" y="91182"/>
                      <a:pt x="174270" y="97014"/>
                      <a:pt x="197491" y="101577"/>
                    </a:cubicBezTo>
                    <a:cubicBezTo>
                      <a:pt x="198963" y="101874"/>
                      <a:pt x="200485" y="101820"/>
                      <a:pt x="201932" y="101421"/>
                    </a:cubicBezTo>
                    <a:close/>
                    <a:moveTo>
                      <a:pt x="69777" y="58007"/>
                    </a:moveTo>
                    <a:cubicBezTo>
                      <a:pt x="72364" y="57297"/>
                      <a:pt x="74535" y="55538"/>
                      <a:pt x="75765" y="53155"/>
                    </a:cubicBezTo>
                    <a:cubicBezTo>
                      <a:pt x="78210" y="48435"/>
                      <a:pt x="76366" y="42627"/>
                      <a:pt x="71646" y="40182"/>
                    </a:cubicBezTo>
                    <a:cubicBezTo>
                      <a:pt x="51823" y="30146"/>
                      <a:pt x="33416" y="17533"/>
                      <a:pt x="16901" y="2670"/>
                    </a:cubicBezTo>
                    <a:cubicBezTo>
                      <a:pt x="12989" y="-927"/>
                      <a:pt x="6900" y="-671"/>
                      <a:pt x="3303" y="3242"/>
                    </a:cubicBezTo>
                    <a:cubicBezTo>
                      <a:pt x="3302" y="3242"/>
                      <a:pt x="3301" y="3243"/>
                      <a:pt x="3301" y="3244"/>
                    </a:cubicBezTo>
                    <a:cubicBezTo>
                      <a:pt x="-296" y="7157"/>
                      <a:pt x="-40" y="13245"/>
                      <a:pt x="3873" y="16841"/>
                    </a:cubicBezTo>
                    <a:cubicBezTo>
                      <a:pt x="3874" y="16842"/>
                      <a:pt x="3874" y="16842"/>
                      <a:pt x="3875" y="16843"/>
                    </a:cubicBezTo>
                    <a:cubicBezTo>
                      <a:pt x="21643" y="32860"/>
                      <a:pt x="41454" y="46455"/>
                      <a:pt x="62790" y="57275"/>
                    </a:cubicBezTo>
                    <a:cubicBezTo>
                      <a:pt x="64943" y="58393"/>
                      <a:pt x="67439" y="58655"/>
                      <a:pt x="69777" y="5800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34"/>
              <p:cNvSpPr/>
              <p:nvPr/>
            </p:nvSpPr>
            <p:spPr>
              <a:xfrm>
                <a:off x="3572381" y="1090803"/>
                <a:ext cx="31620" cy="51389"/>
              </a:xfrm>
              <a:custGeom>
                <a:rect b="b" l="l" r="r" t="t"/>
                <a:pathLst>
                  <a:path extrusionOk="0" h="51389" w="31620">
                    <a:moveTo>
                      <a:pt x="25305" y="51176"/>
                    </a:moveTo>
                    <a:cubicBezTo>
                      <a:pt x="25902" y="51011"/>
                      <a:pt x="26481" y="50790"/>
                      <a:pt x="27035" y="50514"/>
                    </a:cubicBezTo>
                    <a:cubicBezTo>
                      <a:pt x="31797" y="48150"/>
                      <a:pt x="33740" y="42374"/>
                      <a:pt x="31376" y="37613"/>
                    </a:cubicBezTo>
                    <a:cubicBezTo>
                      <a:pt x="26538" y="27835"/>
                      <a:pt x="22614" y="17631"/>
                      <a:pt x="19652" y="7131"/>
                    </a:cubicBezTo>
                    <a:cubicBezTo>
                      <a:pt x="18192" y="2025"/>
                      <a:pt x="12881" y="-942"/>
                      <a:pt x="7767" y="492"/>
                    </a:cubicBezTo>
                    <a:cubicBezTo>
                      <a:pt x="2653" y="1941"/>
                      <a:pt x="-319" y="7261"/>
                      <a:pt x="1128" y="12376"/>
                    </a:cubicBezTo>
                    <a:cubicBezTo>
                      <a:pt x="4414" y="24018"/>
                      <a:pt x="8767" y="35332"/>
                      <a:pt x="14132" y="46174"/>
                    </a:cubicBezTo>
                    <a:cubicBezTo>
                      <a:pt x="16181" y="50299"/>
                      <a:pt x="20864" y="52395"/>
                      <a:pt x="25305" y="5117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34"/>
              <p:cNvSpPr/>
              <p:nvPr/>
            </p:nvSpPr>
            <p:spPr>
              <a:xfrm>
                <a:off x="6298954" y="1441865"/>
                <a:ext cx="108787" cy="118337"/>
              </a:xfrm>
              <a:custGeom>
                <a:rect b="b" l="l" r="r" t="t"/>
                <a:pathLst>
                  <a:path extrusionOk="0" h="118337" w="108787">
                    <a:moveTo>
                      <a:pt x="0" y="48281"/>
                    </a:moveTo>
                    <a:lnTo>
                      <a:pt x="96199" y="118337"/>
                    </a:lnTo>
                    <a:lnTo>
                      <a:pt x="108787" y="0"/>
                    </a:lnTo>
                    <a:lnTo>
                      <a:pt x="0" y="4828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4" name="Google Shape;624;p34"/>
            <p:cNvGrpSpPr/>
            <p:nvPr/>
          </p:nvGrpSpPr>
          <p:grpSpPr>
            <a:xfrm flipH="1" rot="-1763425">
              <a:off x="5929390" y="61237"/>
              <a:ext cx="1924139" cy="693543"/>
              <a:chOff x="3596957" y="2922394"/>
              <a:chExt cx="1623881" cy="585317"/>
            </a:xfrm>
          </p:grpSpPr>
          <p:sp>
            <p:nvSpPr>
              <p:cNvPr id="625" name="Google Shape;625;p34"/>
              <p:cNvSpPr/>
              <p:nvPr/>
            </p:nvSpPr>
            <p:spPr>
              <a:xfrm>
                <a:off x="3596957" y="2922394"/>
                <a:ext cx="1576199" cy="585317"/>
              </a:xfrm>
              <a:custGeom>
                <a:rect b="b" l="l" r="r" t="t"/>
                <a:pathLst>
                  <a:path extrusionOk="0" h="585317" w="1576199">
                    <a:moveTo>
                      <a:pt x="410822" y="573790"/>
                    </a:moveTo>
                    <a:cubicBezTo>
                      <a:pt x="404674" y="572336"/>
                      <a:pt x="400869" y="566175"/>
                      <a:pt x="402322" y="560027"/>
                    </a:cubicBezTo>
                    <a:cubicBezTo>
                      <a:pt x="403776" y="553880"/>
                      <a:pt x="409939" y="550075"/>
                      <a:pt x="416087" y="551528"/>
                    </a:cubicBezTo>
                    <a:cubicBezTo>
                      <a:pt x="416093" y="551529"/>
                      <a:pt x="416098" y="551531"/>
                      <a:pt x="416104" y="551532"/>
                    </a:cubicBezTo>
                    <a:cubicBezTo>
                      <a:pt x="441959" y="557737"/>
                      <a:pt x="468351" y="561437"/>
                      <a:pt x="494915" y="562582"/>
                    </a:cubicBezTo>
                    <a:cubicBezTo>
                      <a:pt x="501228" y="562828"/>
                      <a:pt x="506146" y="568144"/>
                      <a:pt x="505900" y="574457"/>
                    </a:cubicBezTo>
                    <a:cubicBezTo>
                      <a:pt x="505654" y="580769"/>
                      <a:pt x="500337" y="585686"/>
                      <a:pt x="494025" y="585440"/>
                    </a:cubicBezTo>
                    <a:cubicBezTo>
                      <a:pt x="494018" y="585440"/>
                      <a:pt x="494011" y="585440"/>
                      <a:pt x="494004" y="585439"/>
                    </a:cubicBezTo>
                    <a:cubicBezTo>
                      <a:pt x="477323" y="584755"/>
                      <a:pt x="460698" y="583083"/>
                      <a:pt x="444215" y="580432"/>
                    </a:cubicBezTo>
                    <a:cubicBezTo>
                      <a:pt x="433194" y="578667"/>
                      <a:pt x="421959" y="576433"/>
                      <a:pt x="410822" y="573790"/>
                    </a:cubicBezTo>
                    <a:close/>
                    <a:moveTo>
                      <a:pt x="331251" y="547879"/>
                    </a:moveTo>
                    <a:cubicBezTo>
                      <a:pt x="305569" y="537211"/>
                      <a:pt x="280581" y="524945"/>
                      <a:pt x="256433" y="511154"/>
                    </a:cubicBezTo>
                    <a:cubicBezTo>
                      <a:pt x="250940" y="508032"/>
                      <a:pt x="249018" y="501050"/>
                      <a:pt x="252140" y="495558"/>
                    </a:cubicBezTo>
                    <a:cubicBezTo>
                      <a:pt x="255262" y="490066"/>
                      <a:pt x="262245" y="488144"/>
                      <a:pt x="267737" y="491265"/>
                    </a:cubicBezTo>
                    <a:cubicBezTo>
                      <a:pt x="291051" y="504583"/>
                      <a:pt x="315176" y="516428"/>
                      <a:pt x="339971" y="526730"/>
                    </a:cubicBezTo>
                    <a:cubicBezTo>
                      <a:pt x="345812" y="529138"/>
                      <a:pt x="348594" y="535824"/>
                      <a:pt x="346186" y="541664"/>
                    </a:cubicBezTo>
                    <a:cubicBezTo>
                      <a:pt x="343779" y="547504"/>
                      <a:pt x="337092" y="550287"/>
                      <a:pt x="331251" y="547879"/>
                    </a:cubicBezTo>
                    <a:close/>
                    <a:moveTo>
                      <a:pt x="564737" y="570436"/>
                    </a:moveTo>
                    <a:cubicBezTo>
                      <a:pt x="563599" y="564223"/>
                      <a:pt x="567713" y="558262"/>
                      <a:pt x="573927" y="557124"/>
                    </a:cubicBezTo>
                    <a:cubicBezTo>
                      <a:pt x="573927" y="557124"/>
                      <a:pt x="573927" y="557124"/>
                      <a:pt x="573927" y="557124"/>
                    </a:cubicBezTo>
                    <a:cubicBezTo>
                      <a:pt x="599949" y="552343"/>
                      <a:pt x="625335" y="544588"/>
                      <a:pt x="649587" y="534013"/>
                    </a:cubicBezTo>
                    <a:cubicBezTo>
                      <a:pt x="655378" y="531488"/>
                      <a:pt x="662119" y="534136"/>
                      <a:pt x="664644" y="539927"/>
                    </a:cubicBezTo>
                    <a:cubicBezTo>
                      <a:pt x="667169" y="545718"/>
                      <a:pt x="664521" y="552458"/>
                      <a:pt x="658730" y="554983"/>
                    </a:cubicBezTo>
                    <a:cubicBezTo>
                      <a:pt x="632869" y="566260"/>
                      <a:pt x="605799" y="574528"/>
                      <a:pt x="578051" y="579625"/>
                    </a:cubicBezTo>
                    <a:cubicBezTo>
                      <a:pt x="571844" y="580768"/>
                      <a:pt x="565885" y="576664"/>
                      <a:pt x="564741" y="570458"/>
                    </a:cubicBezTo>
                    <a:cubicBezTo>
                      <a:pt x="564740" y="570451"/>
                      <a:pt x="564739" y="570444"/>
                      <a:pt x="564737" y="570436"/>
                    </a:cubicBezTo>
                    <a:close/>
                    <a:moveTo>
                      <a:pt x="186437" y="466416"/>
                    </a:moveTo>
                    <a:cubicBezTo>
                      <a:pt x="164772" y="451052"/>
                      <a:pt x="142722" y="433994"/>
                      <a:pt x="120896" y="415714"/>
                    </a:cubicBezTo>
                    <a:cubicBezTo>
                      <a:pt x="116053" y="411658"/>
                      <a:pt x="115416" y="404444"/>
                      <a:pt x="119472" y="399601"/>
                    </a:cubicBezTo>
                    <a:cubicBezTo>
                      <a:pt x="123529" y="394759"/>
                      <a:pt x="130744" y="394122"/>
                      <a:pt x="135588" y="398177"/>
                    </a:cubicBezTo>
                    <a:cubicBezTo>
                      <a:pt x="156945" y="416065"/>
                      <a:pt x="178506" y="432746"/>
                      <a:pt x="199672" y="447756"/>
                    </a:cubicBezTo>
                    <a:cubicBezTo>
                      <a:pt x="204825" y="451411"/>
                      <a:pt x="206039" y="458550"/>
                      <a:pt x="202385" y="463703"/>
                    </a:cubicBezTo>
                    <a:cubicBezTo>
                      <a:pt x="198730" y="468855"/>
                      <a:pt x="191590" y="470070"/>
                      <a:pt x="186437" y="466416"/>
                    </a:cubicBezTo>
                    <a:close/>
                    <a:moveTo>
                      <a:pt x="715817" y="510474"/>
                    </a:moveTo>
                    <a:cubicBezTo>
                      <a:pt x="712101" y="505366"/>
                      <a:pt x="713230" y="498212"/>
                      <a:pt x="718339" y="494497"/>
                    </a:cubicBezTo>
                    <a:cubicBezTo>
                      <a:pt x="718340" y="494497"/>
                      <a:pt x="718340" y="494496"/>
                      <a:pt x="718340" y="494496"/>
                    </a:cubicBezTo>
                    <a:cubicBezTo>
                      <a:pt x="739817" y="478808"/>
                      <a:pt x="759712" y="461061"/>
                      <a:pt x="777740" y="441508"/>
                    </a:cubicBezTo>
                    <a:cubicBezTo>
                      <a:pt x="782025" y="436866"/>
                      <a:pt x="789262" y="436576"/>
                      <a:pt x="793905" y="440860"/>
                    </a:cubicBezTo>
                    <a:cubicBezTo>
                      <a:pt x="798547" y="445144"/>
                      <a:pt x="798837" y="452381"/>
                      <a:pt x="794553" y="457023"/>
                    </a:cubicBezTo>
                    <a:cubicBezTo>
                      <a:pt x="794547" y="457029"/>
                      <a:pt x="794540" y="457036"/>
                      <a:pt x="794534" y="457043"/>
                    </a:cubicBezTo>
                    <a:cubicBezTo>
                      <a:pt x="775492" y="477691"/>
                      <a:pt x="754480" y="496431"/>
                      <a:pt x="731797" y="512997"/>
                    </a:cubicBezTo>
                    <a:cubicBezTo>
                      <a:pt x="726687" y="516713"/>
                      <a:pt x="719533" y="515583"/>
                      <a:pt x="715817" y="510475"/>
                    </a:cubicBezTo>
                    <a:close/>
                    <a:moveTo>
                      <a:pt x="59331" y="360495"/>
                    </a:moveTo>
                    <a:cubicBezTo>
                      <a:pt x="40976" y="342950"/>
                      <a:pt x="22317" y="324133"/>
                      <a:pt x="3877" y="304569"/>
                    </a:cubicBezTo>
                    <a:cubicBezTo>
                      <a:pt x="-456" y="299973"/>
                      <a:pt x="-243" y="292734"/>
                      <a:pt x="4354" y="288401"/>
                    </a:cubicBezTo>
                    <a:cubicBezTo>
                      <a:pt x="4355" y="288401"/>
                      <a:pt x="4355" y="288401"/>
                      <a:pt x="4355" y="288400"/>
                    </a:cubicBezTo>
                    <a:cubicBezTo>
                      <a:pt x="8953" y="284068"/>
                      <a:pt x="16193" y="284282"/>
                      <a:pt x="20526" y="288879"/>
                    </a:cubicBezTo>
                    <a:cubicBezTo>
                      <a:pt x="38695" y="308154"/>
                      <a:pt x="57070" y="326687"/>
                      <a:pt x="75140" y="343960"/>
                    </a:cubicBezTo>
                    <a:cubicBezTo>
                      <a:pt x="79707" y="348326"/>
                      <a:pt x="79870" y="355565"/>
                      <a:pt x="75505" y="360132"/>
                    </a:cubicBezTo>
                    <a:cubicBezTo>
                      <a:pt x="72906" y="362854"/>
                      <a:pt x="69133" y="364122"/>
                      <a:pt x="65418" y="363522"/>
                    </a:cubicBezTo>
                    <a:cubicBezTo>
                      <a:pt x="63128" y="363156"/>
                      <a:pt x="61005" y="362101"/>
                      <a:pt x="59331" y="360496"/>
                    </a:cubicBezTo>
                    <a:close/>
                    <a:moveTo>
                      <a:pt x="829960" y="394066"/>
                    </a:moveTo>
                    <a:cubicBezTo>
                      <a:pt x="824638" y="390662"/>
                      <a:pt x="823084" y="383589"/>
                      <a:pt x="826488" y="378267"/>
                    </a:cubicBezTo>
                    <a:cubicBezTo>
                      <a:pt x="826488" y="378267"/>
                      <a:pt x="826488" y="378267"/>
                      <a:pt x="826488" y="378267"/>
                    </a:cubicBezTo>
                    <a:cubicBezTo>
                      <a:pt x="833664" y="367052"/>
                      <a:pt x="840356" y="355537"/>
                      <a:pt x="846564" y="343723"/>
                    </a:cubicBezTo>
                    <a:cubicBezTo>
                      <a:pt x="846059" y="343486"/>
                      <a:pt x="845572" y="343212"/>
                      <a:pt x="845107" y="342903"/>
                    </a:cubicBezTo>
                    <a:cubicBezTo>
                      <a:pt x="821685" y="327396"/>
                      <a:pt x="799815" y="309663"/>
                      <a:pt x="779802" y="289950"/>
                    </a:cubicBezTo>
                    <a:cubicBezTo>
                      <a:pt x="775303" y="285516"/>
                      <a:pt x="775251" y="278273"/>
                      <a:pt x="779686" y="273774"/>
                    </a:cubicBezTo>
                    <a:cubicBezTo>
                      <a:pt x="784121" y="269275"/>
                      <a:pt x="791364" y="269223"/>
                      <a:pt x="795863" y="273658"/>
                    </a:cubicBezTo>
                    <a:cubicBezTo>
                      <a:pt x="814537" y="292052"/>
                      <a:pt x="834919" y="308628"/>
                      <a:pt x="856733" y="323162"/>
                    </a:cubicBezTo>
                    <a:cubicBezTo>
                      <a:pt x="859142" y="317973"/>
                      <a:pt x="861451" y="312748"/>
                      <a:pt x="863659" y="307489"/>
                    </a:cubicBezTo>
                    <a:cubicBezTo>
                      <a:pt x="866105" y="301664"/>
                      <a:pt x="872809" y="298924"/>
                      <a:pt x="878635" y="301369"/>
                    </a:cubicBezTo>
                    <a:cubicBezTo>
                      <a:pt x="884460" y="303815"/>
                      <a:pt x="887200" y="310519"/>
                      <a:pt x="884754" y="316343"/>
                    </a:cubicBezTo>
                    <a:cubicBezTo>
                      <a:pt x="873900" y="342162"/>
                      <a:pt x="860854" y="367003"/>
                      <a:pt x="845760" y="390595"/>
                    </a:cubicBezTo>
                    <a:cubicBezTo>
                      <a:pt x="842363" y="395915"/>
                      <a:pt x="835296" y="397473"/>
                      <a:pt x="829975" y="394076"/>
                    </a:cubicBezTo>
                    <a:cubicBezTo>
                      <a:pt x="829970" y="394073"/>
                      <a:pt x="829965" y="394069"/>
                      <a:pt x="829960" y="394066"/>
                    </a:cubicBezTo>
                    <a:close/>
                    <a:moveTo>
                      <a:pt x="1000256" y="405774"/>
                    </a:moveTo>
                    <a:cubicBezTo>
                      <a:pt x="972593" y="400697"/>
                      <a:pt x="945524" y="392796"/>
                      <a:pt x="919472" y="382197"/>
                    </a:cubicBezTo>
                    <a:cubicBezTo>
                      <a:pt x="913621" y="379817"/>
                      <a:pt x="910806" y="373144"/>
                      <a:pt x="913187" y="367293"/>
                    </a:cubicBezTo>
                    <a:cubicBezTo>
                      <a:pt x="915567" y="361441"/>
                      <a:pt x="922241" y="358627"/>
                      <a:pt x="928093" y="361008"/>
                    </a:cubicBezTo>
                    <a:cubicBezTo>
                      <a:pt x="952692" y="371017"/>
                      <a:pt x="978252" y="378477"/>
                      <a:pt x="1004373" y="383272"/>
                    </a:cubicBezTo>
                    <a:cubicBezTo>
                      <a:pt x="1010587" y="384409"/>
                      <a:pt x="1014703" y="390369"/>
                      <a:pt x="1013565" y="396582"/>
                    </a:cubicBezTo>
                    <a:cubicBezTo>
                      <a:pt x="1012446" y="402696"/>
                      <a:pt x="1006649" y="406797"/>
                      <a:pt x="1000511" y="405818"/>
                    </a:cubicBezTo>
                    <a:close/>
                    <a:moveTo>
                      <a:pt x="1072442" y="401199"/>
                    </a:moveTo>
                    <a:cubicBezTo>
                      <a:pt x="1072299" y="394884"/>
                      <a:pt x="1077303" y="389649"/>
                      <a:pt x="1083618" y="389507"/>
                    </a:cubicBezTo>
                    <a:cubicBezTo>
                      <a:pt x="1083619" y="389507"/>
                      <a:pt x="1083619" y="389507"/>
                      <a:pt x="1083620" y="389507"/>
                    </a:cubicBezTo>
                    <a:cubicBezTo>
                      <a:pt x="1110228" y="388852"/>
                      <a:pt x="1136716" y="385694"/>
                      <a:pt x="1162732" y="380076"/>
                    </a:cubicBezTo>
                    <a:cubicBezTo>
                      <a:pt x="1168909" y="378753"/>
                      <a:pt x="1174990" y="382687"/>
                      <a:pt x="1176314" y="388864"/>
                    </a:cubicBezTo>
                    <a:cubicBezTo>
                      <a:pt x="1177637" y="395041"/>
                      <a:pt x="1173703" y="401121"/>
                      <a:pt x="1167525" y="402445"/>
                    </a:cubicBezTo>
                    <a:cubicBezTo>
                      <a:pt x="1140102" y="408364"/>
                      <a:pt x="1112182" y="411689"/>
                      <a:pt x="1084136" y="412376"/>
                    </a:cubicBezTo>
                    <a:cubicBezTo>
                      <a:pt x="1077825" y="412524"/>
                      <a:pt x="1072590" y="407528"/>
                      <a:pt x="1072442" y="401218"/>
                    </a:cubicBezTo>
                    <a:cubicBezTo>
                      <a:pt x="1072442" y="401212"/>
                      <a:pt x="1072442" y="401205"/>
                      <a:pt x="1072442" y="401199"/>
                    </a:cubicBezTo>
                    <a:close/>
                    <a:moveTo>
                      <a:pt x="1232796" y="371621"/>
                    </a:moveTo>
                    <a:cubicBezTo>
                      <a:pt x="1230480" y="365744"/>
                      <a:pt x="1233367" y="359103"/>
                      <a:pt x="1239244" y="356786"/>
                    </a:cubicBezTo>
                    <a:cubicBezTo>
                      <a:pt x="1264157" y="346900"/>
                      <a:pt x="1288367" y="335325"/>
                      <a:pt x="1311703" y="322141"/>
                    </a:cubicBezTo>
                    <a:cubicBezTo>
                      <a:pt x="1317208" y="319042"/>
                      <a:pt x="1324184" y="320992"/>
                      <a:pt x="1327284" y="326496"/>
                    </a:cubicBezTo>
                    <a:cubicBezTo>
                      <a:pt x="1330383" y="332001"/>
                      <a:pt x="1328433" y="338976"/>
                      <a:pt x="1322928" y="342075"/>
                    </a:cubicBezTo>
                    <a:cubicBezTo>
                      <a:pt x="1322925" y="342077"/>
                      <a:pt x="1322922" y="342079"/>
                      <a:pt x="1322920" y="342080"/>
                    </a:cubicBezTo>
                    <a:cubicBezTo>
                      <a:pt x="1298672" y="355776"/>
                      <a:pt x="1273517" y="367801"/>
                      <a:pt x="1247632" y="378071"/>
                    </a:cubicBezTo>
                    <a:cubicBezTo>
                      <a:pt x="1241757" y="380388"/>
                      <a:pt x="1235116" y="377504"/>
                      <a:pt x="1232799" y="371630"/>
                    </a:cubicBezTo>
                    <a:cubicBezTo>
                      <a:pt x="1232798" y="371627"/>
                      <a:pt x="1232797" y="371624"/>
                      <a:pt x="1232796" y="371622"/>
                    </a:cubicBezTo>
                    <a:close/>
                    <a:moveTo>
                      <a:pt x="726070" y="225103"/>
                    </a:moveTo>
                    <a:cubicBezTo>
                      <a:pt x="710123" y="201579"/>
                      <a:pt x="697448" y="175998"/>
                      <a:pt x="688392" y="149061"/>
                    </a:cubicBezTo>
                    <a:cubicBezTo>
                      <a:pt x="686440" y="143053"/>
                      <a:pt x="689729" y="136600"/>
                      <a:pt x="695738" y="134648"/>
                    </a:cubicBezTo>
                    <a:cubicBezTo>
                      <a:pt x="701746" y="132696"/>
                      <a:pt x="708200" y="135984"/>
                      <a:pt x="710152" y="141993"/>
                    </a:cubicBezTo>
                    <a:cubicBezTo>
                      <a:pt x="718565" y="166950"/>
                      <a:pt x="730330" y="190650"/>
                      <a:pt x="745124" y="212441"/>
                    </a:cubicBezTo>
                    <a:cubicBezTo>
                      <a:pt x="748628" y="217697"/>
                      <a:pt x="747207" y="224799"/>
                      <a:pt x="741950" y="228302"/>
                    </a:cubicBezTo>
                    <a:cubicBezTo>
                      <a:pt x="736693" y="231806"/>
                      <a:pt x="729591" y="230385"/>
                      <a:pt x="726087" y="225129"/>
                    </a:cubicBezTo>
                    <a:cubicBezTo>
                      <a:pt x="726082" y="225120"/>
                      <a:pt x="726076" y="225112"/>
                      <a:pt x="726070" y="225103"/>
                    </a:cubicBezTo>
                    <a:close/>
                    <a:moveTo>
                      <a:pt x="896505" y="245020"/>
                    </a:moveTo>
                    <a:cubicBezTo>
                      <a:pt x="890326" y="243706"/>
                      <a:pt x="886381" y="237632"/>
                      <a:pt x="887695" y="231452"/>
                    </a:cubicBezTo>
                    <a:cubicBezTo>
                      <a:pt x="888997" y="225321"/>
                      <a:pt x="890152" y="219138"/>
                      <a:pt x="891123" y="213072"/>
                    </a:cubicBezTo>
                    <a:cubicBezTo>
                      <a:pt x="894415" y="193183"/>
                      <a:pt x="895726" y="173016"/>
                      <a:pt x="895037" y="152867"/>
                    </a:cubicBezTo>
                    <a:cubicBezTo>
                      <a:pt x="894784" y="146555"/>
                      <a:pt x="899697" y="141233"/>
                      <a:pt x="906010" y="140981"/>
                    </a:cubicBezTo>
                    <a:cubicBezTo>
                      <a:pt x="912320" y="140729"/>
                      <a:pt x="917641" y="145637"/>
                      <a:pt x="917897" y="151946"/>
                    </a:cubicBezTo>
                    <a:cubicBezTo>
                      <a:pt x="918646" y="173613"/>
                      <a:pt x="917245" y="195300"/>
                      <a:pt x="913714" y="216690"/>
                    </a:cubicBezTo>
                    <a:cubicBezTo>
                      <a:pt x="912681" y="223134"/>
                      <a:pt x="911456" y="229702"/>
                      <a:pt x="910073" y="236210"/>
                    </a:cubicBezTo>
                    <a:cubicBezTo>
                      <a:pt x="908807" y="242165"/>
                      <a:pt x="903097" y="246085"/>
                      <a:pt x="897084" y="245127"/>
                    </a:cubicBezTo>
                    <a:cubicBezTo>
                      <a:pt x="896891" y="245096"/>
                      <a:pt x="896698" y="245060"/>
                      <a:pt x="896505" y="245020"/>
                    </a:cubicBezTo>
                    <a:close/>
                    <a:moveTo>
                      <a:pt x="1376970" y="294576"/>
                    </a:moveTo>
                    <a:cubicBezTo>
                      <a:pt x="1373275" y="289453"/>
                      <a:pt x="1374433" y="282305"/>
                      <a:pt x="1379556" y="278609"/>
                    </a:cubicBezTo>
                    <a:cubicBezTo>
                      <a:pt x="1400613" y="263425"/>
                      <a:pt x="1421900" y="246480"/>
                      <a:pt x="1442825" y="228245"/>
                    </a:cubicBezTo>
                    <a:cubicBezTo>
                      <a:pt x="1447588" y="224095"/>
                      <a:pt x="1454814" y="224591"/>
                      <a:pt x="1458964" y="229354"/>
                    </a:cubicBezTo>
                    <a:cubicBezTo>
                      <a:pt x="1463115" y="234116"/>
                      <a:pt x="1462618" y="241341"/>
                      <a:pt x="1457855" y="245491"/>
                    </a:cubicBezTo>
                    <a:cubicBezTo>
                      <a:pt x="1436404" y="264185"/>
                      <a:pt x="1414562" y="281570"/>
                      <a:pt x="1392940" y="297163"/>
                    </a:cubicBezTo>
                    <a:cubicBezTo>
                      <a:pt x="1387815" y="300858"/>
                      <a:pt x="1380666" y="299700"/>
                      <a:pt x="1376970" y="294576"/>
                    </a:cubicBezTo>
                    <a:close/>
                    <a:moveTo>
                      <a:pt x="690100" y="75949"/>
                    </a:moveTo>
                    <a:cubicBezTo>
                      <a:pt x="683981" y="74382"/>
                      <a:pt x="680291" y="68150"/>
                      <a:pt x="681858" y="62032"/>
                    </a:cubicBezTo>
                    <a:cubicBezTo>
                      <a:pt x="681859" y="62031"/>
                      <a:pt x="681859" y="62031"/>
                      <a:pt x="681859" y="62030"/>
                    </a:cubicBezTo>
                    <a:cubicBezTo>
                      <a:pt x="690208" y="29453"/>
                      <a:pt x="712605" y="8151"/>
                      <a:pt x="746627" y="423"/>
                    </a:cubicBezTo>
                    <a:cubicBezTo>
                      <a:pt x="752785" y="-988"/>
                      <a:pt x="758921" y="2860"/>
                      <a:pt x="760331" y="9018"/>
                    </a:cubicBezTo>
                    <a:cubicBezTo>
                      <a:pt x="761742" y="15175"/>
                      <a:pt x="757894" y="21310"/>
                      <a:pt x="751736" y="22721"/>
                    </a:cubicBezTo>
                    <a:cubicBezTo>
                      <a:pt x="751722" y="22724"/>
                      <a:pt x="751708" y="22728"/>
                      <a:pt x="751694" y="22731"/>
                    </a:cubicBezTo>
                    <a:cubicBezTo>
                      <a:pt x="726227" y="28515"/>
                      <a:pt x="710188" y="43648"/>
                      <a:pt x="704021" y="67709"/>
                    </a:cubicBezTo>
                    <a:cubicBezTo>
                      <a:pt x="702555" y="73429"/>
                      <a:pt x="696976" y="77094"/>
                      <a:pt x="691144" y="76167"/>
                    </a:cubicBezTo>
                    <a:cubicBezTo>
                      <a:pt x="690796" y="76111"/>
                      <a:pt x="690448" y="76038"/>
                      <a:pt x="690100" y="75949"/>
                    </a:cubicBezTo>
                    <a:close/>
                    <a:moveTo>
                      <a:pt x="1501924" y="188812"/>
                    </a:moveTo>
                    <a:cubicBezTo>
                      <a:pt x="1497424" y="184378"/>
                      <a:pt x="1497371" y="177136"/>
                      <a:pt x="1501805" y="172637"/>
                    </a:cubicBezTo>
                    <a:cubicBezTo>
                      <a:pt x="1501805" y="172637"/>
                      <a:pt x="1501805" y="172636"/>
                      <a:pt x="1501805" y="172636"/>
                    </a:cubicBezTo>
                    <a:cubicBezTo>
                      <a:pt x="1520173" y="153994"/>
                      <a:pt x="1538709" y="133916"/>
                      <a:pt x="1556895" y="112960"/>
                    </a:cubicBezTo>
                    <a:cubicBezTo>
                      <a:pt x="1561044" y="108196"/>
                      <a:pt x="1568270" y="107696"/>
                      <a:pt x="1573034" y="111845"/>
                    </a:cubicBezTo>
                    <a:cubicBezTo>
                      <a:pt x="1577788" y="115983"/>
                      <a:pt x="1578298" y="123186"/>
                      <a:pt x="1574175" y="127953"/>
                    </a:cubicBezTo>
                    <a:cubicBezTo>
                      <a:pt x="1555673" y="149272"/>
                      <a:pt x="1536807" y="169708"/>
                      <a:pt x="1518101" y="188691"/>
                    </a:cubicBezTo>
                    <a:cubicBezTo>
                      <a:pt x="1513670" y="193191"/>
                      <a:pt x="1506429" y="193247"/>
                      <a:pt x="1501929" y="188816"/>
                    </a:cubicBezTo>
                    <a:cubicBezTo>
                      <a:pt x="1501927" y="188815"/>
                      <a:pt x="1501926" y="188813"/>
                      <a:pt x="1501924" y="188812"/>
                    </a:cubicBezTo>
                    <a:close/>
                    <a:moveTo>
                      <a:pt x="877631" y="78386"/>
                    </a:moveTo>
                    <a:cubicBezTo>
                      <a:pt x="866959" y="55937"/>
                      <a:pt x="848335" y="38247"/>
                      <a:pt x="825367" y="28742"/>
                    </a:cubicBezTo>
                    <a:cubicBezTo>
                      <a:pt x="819521" y="26346"/>
                      <a:pt x="816725" y="19665"/>
                      <a:pt x="819121" y="13820"/>
                    </a:cubicBezTo>
                    <a:cubicBezTo>
                      <a:pt x="821513" y="7987"/>
                      <a:pt x="828172" y="5189"/>
                      <a:pt x="834012" y="7561"/>
                    </a:cubicBezTo>
                    <a:cubicBezTo>
                      <a:pt x="862117" y="19101"/>
                      <a:pt x="884937" y="40662"/>
                      <a:pt x="898049" y="68065"/>
                    </a:cubicBezTo>
                    <a:cubicBezTo>
                      <a:pt x="900908" y="73699"/>
                      <a:pt x="898657" y="80583"/>
                      <a:pt x="893023" y="83441"/>
                    </a:cubicBezTo>
                    <a:cubicBezTo>
                      <a:pt x="887389" y="86299"/>
                      <a:pt x="880505" y="84049"/>
                      <a:pt x="877646" y="78415"/>
                    </a:cubicBezTo>
                    <a:cubicBezTo>
                      <a:pt x="877641" y="78405"/>
                      <a:pt x="877636" y="78396"/>
                      <a:pt x="877631" y="7838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34"/>
              <p:cNvSpPr/>
              <p:nvPr/>
            </p:nvSpPr>
            <p:spPr>
              <a:xfrm>
                <a:off x="5099024" y="2970171"/>
                <a:ext cx="121814" cy="128220"/>
              </a:xfrm>
              <a:custGeom>
                <a:rect b="b" l="l" r="r" t="t"/>
                <a:pathLst>
                  <a:path extrusionOk="0" h="128220" w="121814">
                    <a:moveTo>
                      <a:pt x="100314" y="128221"/>
                    </a:moveTo>
                    <a:lnTo>
                      <a:pt x="121815" y="0"/>
                    </a:lnTo>
                    <a:lnTo>
                      <a:pt x="0" y="45479"/>
                    </a:lnTo>
                    <a:lnTo>
                      <a:pt x="100314" y="1282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5"/>
          <p:cNvSpPr txBox="1"/>
          <p:nvPr>
            <p:ph type="title"/>
          </p:nvPr>
        </p:nvSpPr>
        <p:spPr>
          <a:xfrm>
            <a:off x="482650" y="183884"/>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Datasets Explained</a:t>
            </a:r>
            <a:endParaRPr/>
          </a:p>
        </p:txBody>
      </p:sp>
      <p:sp>
        <p:nvSpPr>
          <p:cNvPr id="632" name="Google Shape;632;p35"/>
          <p:cNvSpPr txBox="1"/>
          <p:nvPr>
            <p:ph idx="1" type="subTitle"/>
          </p:nvPr>
        </p:nvSpPr>
        <p:spPr>
          <a:xfrm>
            <a:off x="384025" y="1326725"/>
            <a:ext cx="8588100" cy="980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solidFill>
                  <a:schemeClr val="hlink"/>
                </a:solidFill>
                <a:uFill>
                  <a:noFill/>
                </a:uFill>
                <a:hlinkClick r:id="rId3"/>
              </a:rPr>
              <a:t>usaspending.gov</a:t>
            </a:r>
            <a:r>
              <a:rPr lang="en"/>
              <a:t>: Data provided by federal agencies &amp; grant recipients from 2020-25</a:t>
            </a:r>
            <a:endParaRPr/>
          </a:p>
          <a:p>
            <a:pPr indent="-317500" lvl="0" marL="457200" rtl="0" algn="l">
              <a:spcBef>
                <a:spcPts val="0"/>
              </a:spcBef>
              <a:spcAft>
                <a:spcPts val="0"/>
              </a:spcAft>
              <a:buSzPts val="1400"/>
              <a:buChar char="●"/>
            </a:pPr>
            <a:r>
              <a:rPr b="1" lang="en"/>
              <a:t>DOGE:</a:t>
            </a:r>
            <a:r>
              <a:rPr lang="en"/>
              <a:t> Data provided by the Department of Government Efficiency </a:t>
            </a:r>
            <a:r>
              <a:rPr lang="en"/>
              <a:t>website in 2025</a:t>
            </a:r>
            <a:endParaRPr/>
          </a:p>
          <a:p>
            <a:pPr indent="-317500" lvl="0" marL="457200" rtl="0" algn="l">
              <a:spcBef>
                <a:spcPts val="0"/>
              </a:spcBef>
              <a:spcAft>
                <a:spcPts val="0"/>
              </a:spcAft>
              <a:buSzPts val="1400"/>
              <a:buChar char="●"/>
            </a:pPr>
            <a:r>
              <a:rPr b="1" lang="en"/>
              <a:t>North Carolina County Population</a:t>
            </a:r>
            <a:r>
              <a:rPr lang="en"/>
              <a:t>: Data provided by the NC Office of State Budget and Management from 2024</a:t>
            </a:r>
            <a:endParaRPr/>
          </a:p>
        </p:txBody>
      </p:sp>
      <p:sp>
        <p:nvSpPr>
          <p:cNvPr id="633" name="Google Shape;633;p35"/>
          <p:cNvSpPr txBox="1"/>
          <p:nvPr>
            <p:ph idx="4" type="subTitle"/>
          </p:nvPr>
        </p:nvSpPr>
        <p:spPr>
          <a:xfrm>
            <a:off x="548985" y="928925"/>
            <a:ext cx="4243200" cy="3978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3 Datasets</a:t>
            </a:r>
            <a:endParaRPr/>
          </a:p>
        </p:txBody>
      </p:sp>
      <p:pic>
        <p:nvPicPr>
          <p:cNvPr id="634" name="Google Shape;634;p35"/>
          <p:cNvPicPr preferRelativeResize="0"/>
          <p:nvPr/>
        </p:nvPicPr>
        <p:blipFill rotWithShape="1">
          <a:blip r:embed="rId4">
            <a:alphaModFix/>
          </a:blip>
          <a:srcRect b="45471" l="0" r="0" t="0"/>
          <a:stretch/>
        </p:blipFill>
        <p:spPr>
          <a:xfrm>
            <a:off x="720000" y="2479475"/>
            <a:ext cx="4357601" cy="1160349"/>
          </a:xfrm>
          <a:prstGeom prst="rect">
            <a:avLst/>
          </a:prstGeom>
          <a:noFill/>
          <a:ln>
            <a:noFill/>
          </a:ln>
        </p:spPr>
      </p:pic>
      <p:sp>
        <p:nvSpPr>
          <p:cNvPr id="635" name="Google Shape;635;p35"/>
          <p:cNvSpPr txBox="1"/>
          <p:nvPr>
            <p:ph idx="1" type="subTitle"/>
          </p:nvPr>
        </p:nvSpPr>
        <p:spPr>
          <a:xfrm>
            <a:off x="719999" y="2131475"/>
            <a:ext cx="1676100" cy="3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t>From DOGE’s website:</a:t>
            </a:r>
            <a:endParaRPr b="1" sz="1100"/>
          </a:p>
        </p:txBody>
      </p:sp>
      <p:sp>
        <p:nvSpPr>
          <p:cNvPr id="636" name="Google Shape;636;p35"/>
          <p:cNvSpPr txBox="1"/>
          <p:nvPr>
            <p:ph idx="1" type="subTitle"/>
          </p:nvPr>
        </p:nvSpPr>
        <p:spPr>
          <a:xfrm>
            <a:off x="5226425" y="3572100"/>
            <a:ext cx="2378400" cy="3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t>From USASpending website:</a:t>
            </a:r>
            <a:endParaRPr b="1" sz="1100"/>
          </a:p>
        </p:txBody>
      </p:sp>
      <p:pic>
        <p:nvPicPr>
          <p:cNvPr id="637" name="Google Shape;637;p35"/>
          <p:cNvPicPr preferRelativeResize="0"/>
          <p:nvPr/>
        </p:nvPicPr>
        <p:blipFill>
          <a:blip r:embed="rId5">
            <a:alphaModFix/>
          </a:blip>
          <a:stretch>
            <a:fillRect/>
          </a:stretch>
        </p:blipFill>
        <p:spPr>
          <a:xfrm>
            <a:off x="3629125" y="3990775"/>
            <a:ext cx="4557527" cy="905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6"/>
          <p:cNvSpPr txBox="1"/>
          <p:nvPr>
            <p:ph type="title"/>
          </p:nvPr>
        </p:nvSpPr>
        <p:spPr>
          <a:xfrm>
            <a:off x="2045850" y="826525"/>
            <a:ext cx="505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Analysis of Merged Dataset</a:t>
            </a:r>
            <a:endParaRPr/>
          </a:p>
        </p:txBody>
      </p:sp>
      <p:sp>
        <p:nvSpPr>
          <p:cNvPr id="643" name="Google Shape;643;p36"/>
          <p:cNvSpPr txBox="1"/>
          <p:nvPr>
            <p:ph idx="2" type="subTitle"/>
          </p:nvPr>
        </p:nvSpPr>
        <p:spPr>
          <a:xfrm>
            <a:off x="1437825" y="2562764"/>
            <a:ext cx="4243200" cy="160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Merged on</a:t>
            </a:r>
            <a:r>
              <a:rPr lang="en"/>
              <a:t>: </a:t>
            </a:r>
            <a:r>
              <a:rPr i="1" lang="en" sz="1100">
                <a:solidFill>
                  <a:schemeClr val="lt2"/>
                </a:solidFill>
                <a:latin typeface="Arial"/>
                <a:ea typeface="Arial"/>
                <a:cs typeface="Arial"/>
                <a:sym typeface="Arial"/>
              </a:rPr>
              <a:t>fain_key</a:t>
            </a:r>
            <a:endParaRPr i="1" sz="1100">
              <a:solidFill>
                <a:schemeClr val="lt2"/>
              </a:solidFill>
              <a:latin typeface="Arial"/>
              <a:ea typeface="Arial"/>
              <a:cs typeface="Arial"/>
              <a:sym typeface="Arial"/>
            </a:endParaRPr>
          </a:p>
          <a:p>
            <a:pPr indent="0" lvl="0" marL="0" rtl="0" algn="l">
              <a:spcBef>
                <a:spcPts val="0"/>
              </a:spcBef>
              <a:spcAft>
                <a:spcPts val="0"/>
              </a:spcAft>
              <a:buNone/>
            </a:pPr>
            <a:r>
              <a:rPr b="1" lang="en" sz="1100">
                <a:solidFill>
                  <a:schemeClr val="lt2"/>
                </a:solidFill>
                <a:latin typeface="Arial"/>
                <a:ea typeface="Arial"/>
                <a:cs typeface="Arial"/>
                <a:sym typeface="Arial"/>
              </a:rPr>
              <a:t>Shape</a:t>
            </a:r>
            <a:r>
              <a:rPr lang="en" sz="1100">
                <a:solidFill>
                  <a:schemeClr val="lt2"/>
                </a:solidFill>
                <a:latin typeface="Arial"/>
                <a:ea typeface="Arial"/>
                <a:cs typeface="Arial"/>
                <a:sym typeface="Arial"/>
              </a:rPr>
              <a:t>: 234 x 27</a:t>
            </a:r>
            <a:endParaRPr sz="1100">
              <a:solidFill>
                <a:schemeClr val="lt2"/>
              </a:solidFill>
              <a:latin typeface="Arial"/>
              <a:ea typeface="Arial"/>
              <a:cs typeface="Arial"/>
              <a:sym typeface="Arial"/>
            </a:endParaRPr>
          </a:p>
          <a:p>
            <a:pPr indent="0" lvl="0" marL="0" rtl="0" algn="l">
              <a:spcBef>
                <a:spcPts val="0"/>
              </a:spcBef>
              <a:spcAft>
                <a:spcPts val="0"/>
              </a:spcAft>
              <a:buNone/>
            </a:pPr>
            <a:r>
              <a:t/>
            </a:r>
            <a:endParaRPr sz="1100">
              <a:solidFill>
                <a:schemeClr val="lt2"/>
              </a:solidFill>
              <a:latin typeface="Arial"/>
              <a:ea typeface="Arial"/>
              <a:cs typeface="Arial"/>
              <a:sym typeface="Arial"/>
            </a:endParaRPr>
          </a:p>
          <a:p>
            <a:pPr indent="0" lvl="0" marL="0" rtl="0" algn="l">
              <a:spcBef>
                <a:spcPts val="0"/>
              </a:spcBef>
              <a:spcAft>
                <a:spcPts val="0"/>
              </a:spcAft>
              <a:buNone/>
            </a:pPr>
            <a:r>
              <a:rPr b="1" lang="en" sz="1100">
                <a:solidFill>
                  <a:schemeClr val="lt2"/>
                </a:solidFill>
                <a:latin typeface="Arial"/>
                <a:ea typeface="Arial"/>
                <a:cs typeface="Arial"/>
                <a:sym typeface="Arial"/>
              </a:rPr>
              <a:t>Important Features:</a:t>
            </a:r>
            <a:endParaRPr b="1" sz="1100">
              <a:solidFill>
                <a:schemeClr val="lt2"/>
              </a:solidFill>
              <a:latin typeface="Arial"/>
              <a:ea typeface="Arial"/>
              <a:cs typeface="Arial"/>
              <a:sym typeface="Arial"/>
            </a:endParaRPr>
          </a:p>
          <a:p>
            <a:pPr indent="-298450" lvl="0" marL="457200" rtl="0" algn="l">
              <a:spcBef>
                <a:spcPts val="0"/>
              </a:spcBef>
              <a:spcAft>
                <a:spcPts val="0"/>
              </a:spcAft>
              <a:buClr>
                <a:schemeClr val="lt2"/>
              </a:buClr>
              <a:buSzPts val="1100"/>
              <a:buFont typeface="Arial"/>
              <a:buChar char="●"/>
            </a:pPr>
            <a:r>
              <a:rPr lang="en" sz="1100">
                <a:solidFill>
                  <a:schemeClr val="lt2"/>
                </a:solidFill>
                <a:latin typeface="Arial"/>
                <a:ea typeface="Arial"/>
                <a:cs typeface="Arial"/>
                <a:sym typeface="Arial"/>
              </a:rPr>
              <a:t>a</a:t>
            </a:r>
            <a:r>
              <a:rPr lang="en" sz="1100">
                <a:solidFill>
                  <a:schemeClr val="lt2"/>
                </a:solidFill>
                <a:latin typeface="Arial"/>
                <a:ea typeface="Arial"/>
                <a:cs typeface="Arial"/>
                <a:sym typeface="Arial"/>
              </a:rPr>
              <a:t>ward_amount</a:t>
            </a:r>
            <a:endParaRPr sz="1100">
              <a:solidFill>
                <a:schemeClr val="lt2"/>
              </a:solidFill>
              <a:latin typeface="Arial"/>
              <a:ea typeface="Arial"/>
              <a:cs typeface="Arial"/>
              <a:sym typeface="Arial"/>
            </a:endParaRPr>
          </a:p>
          <a:p>
            <a:pPr indent="-298450" lvl="0" marL="457200" rtl="0" algn="l">
              <a:spcBef>
                <a:spcPts val="0"/>
              </a:spcBef>
              <a:spcAft>
                <a:spcPts val="0"/>
              </a:spcAft>
              <a:buClr>
                <a:schemeClr val="lt2"/>
              </a:buClr>
              <a:buSzPts val="1100"/>
              <a:buFont typeface="Arial"/>
              <a:buChar char="●"/>
            </a:pPr>
            <a:r>
              <a:rPr lang="en" sz="1100">
                <a:solidFill>
                  <a:schemeClr val="lt2"/>
                </a:solidFill>
                <a:latin typeface="Arial"/>
                <a:ea typeface="Arial"/>
                <a:cs typeface="Arial"/>
                <a:sym typeface="Arial"/>
              </a:rPr>
              <a:t>total_obligated_amount</a:t>
            </a:r>
            <a:endParaRPr sz="1100">
              <a:solidFill>
                <a:schemeClr val="lt2"/>
              </a:solidFill>
              <a:latin typeface="Arial"/>
              <a:ea typeface="Arial"/>
              <a:cs typeface="Arial"/>
              <a:sym typeface="Arial"/>
            </a:endParaRPr>
          </a:p>
          <a:p>
            <a:pPr indent="-298450" lvl="0" marL="457200" rtl="0" algn="l">
              <a:spcBef>
                <a:spcPts val="0"/>
              </a:spcBef>
              <a:spcAft>
                <a:spcPts val="0"/>
              </a:spcAft>
              <a:buClr>
                <a:schemeClr val="lt2"/>
              </a:buClr>
              <a:buSzPts val="1100"/>
              <a:buFont typeface="Arial"/>
              <a:buChar char="●"/>
            </a:pPr>
            <a:r>
              <a:rPr lang="en" sz="1100">
                <a:solidFill>
                  <a:schemeClr val="lt2"/>
                </a:solidFill>
                <a:latin typeface="Arial"/>
                <a:ea typeface="Arial"/>
                <a:cs typeface="Arial"/>
                <a:sym typeface="Arial"/>
              </a:rPr>
              <a:t>recipient_name</a:t>
            </a:r>
            <a:endParaRPr sz="1100">
              <a:solidFill>
                <a:schemeClr val="lt2"/>
              </a:solidFill>
              <a:latin typeface="Arial"/>
              <a:ea typeface="Arial"/>
              <a:cs typeface="Arial"/>
              <a:sym typeface="Arial"/>
            </a:endParaRPr>
          </a:p>
          <a:p>
            <a:pPr indent="-298450" lvl="0" marL="457200" rtl="0" algn="l">
              <a:lnSpc>
                <a:spcPct val="115000"/>
              </a:lnSpc>
              <a:spcBef>
                <a:spcPts val="0"/>
              </a:spcBef>
              <a:spcAft>
                <a:spcPts val="0"/>
              </a:spcAft>
              <a:buClr>
                <a:schemeClr val="lt2"/>
              </a:buClr>
              <a:buSzPts val="1100"/>
              <a:buFont typeface="Arial"/>
              <a:buChar char="●"/>
            </a:pPr>
            <a:r>
              <a:rPr i="1" lang="en" sz="1100">
                <a:solidFill>
                  <a:schemeClr val="lt2"/>
                </a:solidFill>
                <a:latin typeface="Arial"/>
                <a:ea typeface="Arial"/>
                <a:cs typeface="Arial"/>
                <a:sym typeface="Arial"/>
              </a:rPr>
              <a:t>primary_place_of_performance</a:t>
            </a:r>
            <a:endParaRPr sz="1100">
              <a:solidFill>
                <a:schemeClr val="lt2"/>
              </a:solidFill>
              <a:latin typeface="Arial"/>
              <a:ea typeface="Arial"/>
              <a:cs typeface="Arial"/>
              <a:sym typeface="Arial"/>
            </a:endParaRPr>
          </a:p>
          <a:p>
            <a:pPr indent="0" lvl="0" marL="0" rtl="0" algn="l">
              <a:spcBef>
                <a:spcPts val="0"/>
              </a:spcBef>
              <a:spcAft>
                <a:spcPts val="0"/>
              </a:spcAft>
              <a:buNone/>
            </a:pPr>
            <a:r>
              <a:t/>
            </a:r>
            <a:endParaRPr sz="1100">
              <a:solidFill>
                <a:schemeClr val="lt2"/>
              </a:solidFill>
              <a:latin typeface="Arial"/>
              <a:ea typeface="Arial"/>
              <a:cs typeface="Arial"/>
              <a:sym typeface="Arial"/>
            </a:endParaRPr>
          </a:p>
        </p:txBody>
      </p:sp>
      <p:sp>
        <p:nvSpPr>
          <p:cNvPr id="644" name="Google Shape;644;p36"/>
          <p:cNvSpPr txBox="1"/>
          <p:nvPr>
            <p:ph idx="3" type="subTitle"/>
          </p:nvPr>
        </p:nvSpPr>
        <p:spPr>
          <a:xfrm>
            <a:off x="4500162" y="2559163"/>
            <a:ext cx="4243200" cy="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difference between the total expenditure and amount currently obligated</a:t>
            </a:r>
            <a:endParaRPr/>
          </a:p>
        </p:txBody>
      </p:sp>
      <p:sp>
        <p:nvSpPr>
          <p:cNvPr id="645" name="Google Shape;645;p36"/>
          <p:cNvSpPr txBox="1"/>
          <p:nvPr>
            <p:ph idx="5" type="subTitle"/>
          </p:nvPr>
        </p:nvSpPr>
        <p:spPr>
          <a:xfrm>
            <a:off x="1437838" y="2192108"/>
            <a:ext cx="4243200" cy="3978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Merged Dataset</a:t>
            </a:r>
            <a:endParaRPr/>
          </a:p>
        </p:txBody>
      </p:sp>
      <p:sp>
        <p:nvSpPr>
          <p:cNvPr id="646" name="Google Shape;646;p36"/>
          <p:cNvSpPr txBox="1"/>
          <p:nvPr>
            <p:ph idx="6" type="subTitle"/>
          </p:nvPr>
        </p:nvSpPr>
        <p:spPr>
          <a:xfrm>
            <a:off x="4500166" y="2199505"/>
            <a:ext cx="4243200" cy="3978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Target Variable: </a:t>
            </a:r>
            <a:r>
              <a:rPr i="1" lang="en"/>
              <a:t>savings</a:t>
            </a:r>
            <a:endParaRPr i="1"/>
          </a:p>
        </p:txBody>
      </p:sp>
      <p:grpSp>
        <p:nvGrpSpPr>
          <p:cNvPr id="647" name="Google Shape;647;p36"/>
          <p:cNvGrpSpPr/>
          <p:nvPr/>
        </p:nvGrpSpPr>
        <p:grpSpPr>
          <a:xfrm>
            <a:off x="857665" y="2420421"/>
            <a:ext cx="499920" cy="300136"/>
            <a:chOff x="6988887" y="1538854"/>
            <a:chExt cx="499920" cy="300136"/>
          </a:xfrm>
        </p:grpSpPr>
        <p:sp>
          <p:nvSpPr>
            <p:cNvPr id="648" name="Google Shape;648;p36"/>
            <p:cNvSpPr/>
            <p:nvPr/>
          </p:nvSpPr>
          <p:spPr>
            <a:xfrm>
              <a:off x="7052826" y="1538854"/>
              <a:ext cx="372777" cy="247155"/>
            </a:xfrm>
            <a:custGeom>
              <a:rect b="b" l="l" r="r" t="t"/>
              <a:pathLst>
                <a:path extrusionOk="0" h="9428" w="14220">
                  <a:moveTo>
                    <a:pt x="622" y="1"/>
                  </a:moveTo>
                  <a:cubicBezTo>
                    <a:pt x="275" y="1"/>
                    <a:pt x="1" y="290"/>
                    <a:pt x="1" y="636"/>
                  </a:cubicBezTo>
                  <a:lnTo>
                    <a:pt x="1" y="9427"/>
                  </a:lnTo>
                  <a:lnTo>
                    <a:pt x="14220" y="9427"/>
                  </a:lnTo>
                  <a:lnTo>
                    <a:pt x="14220" y="636"/>
                  </a:lnTo>
                  <a:cubicBezTo>
                    <a:pt x="14220" y="290"/>
                    <a:pt x="13931" y="1"/>
                    <a:pt x="13585" y="1"/>
                  </a:cubicBezTo>
                  <a:close/>
                </a:path>
              </a:pathLst>
            </a:custGeom>
            <a:solidFill>
              <a:srgbClr val="6D81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6"/>
            <p:cNvSpPr/>
            <p:nvPr/>
          </p:nvSpPr>
          <p:spPr>
            <a:xfrm>
              <a:off x="6988887" y="1773872"/>
              <a:ext cx="499920" cy="33319"/>
            </a:xfrm>
            <a:custGeom>
              <a:rect b="b" l="l" r="r" t="t"/>
              <a:pathLst>
                <a:path extrusionOk="0" h="1271" w="19070">
                  <a:moveTo>
                    <a:pt x="2425" y="0"/>
                  </a:moveTo>
                  <a:lnTo>
                    <a:pt x="0" y="924"/>
                  </a:lnTo>
                  <a:lnTo>
                    <a:pt x="0" y="1271"/>
                  </a:lnTo>
                  <a:lnTo>
                    <a:pt x="19069" y="1271"/>
                  </a:lnTo>
                  <a:lnTo>
                    <a:pt x="19069" y="924"/>
                  </a:lnTo>
                  <a:lnTo>
                    <a:pt x="1665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6"/>
            <p:cNvSpPr/>
            <p:nvPr/>
          </p:nvSpPr>
          <p:spPr>
            <a:xfrm>
              <a:off x="6988887" y="1798095"/>
              <a:ext cx="499920" cy="40895"/>
            </a:xfrm>
            <a:custGeom>
              <a:rect b="b" l="l" r="r" t="t"/>
              <a:pathLst>
                <a:path extrusionOk="0" h="1560" w="19070">
                  <a:moveTo>
                    <a:pt x="0" y="0"/>
                  </a:moveTo>
                  <a:lnTo>
                    <a:pt x="0" y="347"/>
                  </a:lnTo>
                  <a:cubicBezTo>
                    <a:pt x="0" y="1011"/>
                    <a:pt x="549" y="1559"/>
                    <a:pt x="1227" y="1559"/>
                  </a:cubicBezTo>
                  <a:lnTo>
                    <a:pt x="17842" y="1559"/>
                  </a:lnTo>
                  <a:cubicBezTo>
                    <a:pt x="18521" y="1559"/>
                    <a:pt x="19069" y="1011"/>
                    <a:pt x="19069" y="347"/>
                  </a:cubicBezTo>
                  <a:lnTo>
                    <a:pt x="19069" y="0"/>
                  </a:ln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6"/>
            <p:cNvSpPr/>
            <p:nvPr/>
          </p:nvSpPr>
          <p:spPr>
            <a:xfrm>
              <a:off x="7149323" y="1798095"/>
              <a:ext cx="180543" cy="29544"/>
            </a:xfrm>
            <a:custGeom>
              <a:rect b="b" l="l" r="r" t="t"/>
              <a:pathLst>
                <a:path extrusionOk="0" h="1127" w="6887">
                  <a:moveTo>
                    <a:pt x="1" y="0"/>
                  </a:moveTo>
                  <a:lnTo>
                    <a:pt x="1040" y="1039"/>
                  </a:lnTo>
                  <a:cubicBezTo>
                    <a:pt x="1083" y="1097"/>
                    <a:pt x="1156" y="1126"/>
                    <a:pt x="1242" y="1126"/>
                  </a:cubicBezTo>
                  <a:lnTo>
                    <a:pt x="5645" y="1126"/>
                  </a:lnTo>
                  <a:cubicBezTo>
                    <a:pt x="5717" y="1126"/>
                    <a:pt x="5804" y="1097"/>
                    <a:pt x="5847" y="1039"/>
                  </a:cubicBezTo>
                  <a:lnTo>
                    <a:pt x="6887" y="0"/>
                  </a:lnTo>
                  <a:lnTo>
                    <a:pt x="6064" y="0"/>
                  </a:lnTo>
                  <a:lnTo>
                    <a:pt x="5515" y="549"/>
                  </a:lnTo>
                  <a:lnTo>
                    <a:pt x="1358" y="549"/>
                  </a:lnTo>
                  <a:lnTo>
                    <a:pt x="809" y="0"/>
                  </a:lnTo>
                  <a:close/>
                </a:path>
              </a:pathLst>
            </a:custGeom>
            <a:solidFill>
              <a:srgbClr val="94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6"/>
            <p:cNvSpPr/>
            <p:nvPr/>
          </p:nvSpPr>
          <p:spPr>
            <a:xfrm>
              <a:off x="7052826" y="1562317"/>
              <a:ext cx="372777" cy="188119"/>
            </a:xfrm>
            <a:custGeom>
              <a:rect b="b" l="l" r="r" t="t"/>
              <a:pathLst>
                <a:path extrusionOk="0" h="7176" w="14220">
                  <a:moveTo>
                    <a:pt x="1" y="1"/>
                  </a:moveTo>
                  <a:lnTo>
                    <a:pt x="1" y="7175"/>
                  </a:lnTo>
                  <a:lnTo>
                    <a:pt x="14220" y="7175"/>
                  </a:lnTo>
                  <a:lnTo>
                    <a:pt x="14220" y="1"/>
                  </a:lnTo>
                  <a:close/>
                </a:path>
              </a:pathLst>
            </a:custGeom>
            <a:solidFill>
              <a:srgbClr val="91A2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6"/>
            <p:cNvSpPr/>
            <p:nvPr/>
          </p:nvSpPr>
          <p:spPr>
            <a:xfrm>
              <a:off x="7052826" y="1562317"/>
              <a:ext cx="139674" cy="188119"/>
            </a:xfrm>
            <a:custGeom>
              <a:rect b="b" l="l" r="r" t="t"/>
              <a:pathLst>
                <a:path extrusionOk="0" h="7176" w="5328">
                  <a:moveTo>
                    <a:pt x="1" y="1"/>
                  </a:moveTo>
                  <a:lnTo>
                    <a:pt x="1" y="7175"/>
                  </a:lnTo>
                  <a:lnTo>
                    <a:pt x="5327" y="7175"/>
                  </a:lnTo>
                  <a:lnTo>
                    <a:pt x="532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6"/>
            <p:cNvSpPr/>
            <p:nvPr/>
          </p:nvSpPr>
          <p:spPr>
            <a:xfrm>
              <a:off x="7087639" y="1601692"/>
              <a:ext cx="44697" cy="25376"/>
            </a:xfrm>
            <a:custGeom>
              <a:rect b="b" l="l" r="r" t="t"/>
              <a:pathLst>
                <a:path extrusionOk="0" h="968" w="1705">
                  <a:moveTo>
                    <a:pt x="189" y="0"/>
                  </a:moveTo>
                  <a:cubicBezTo>
                    <a:pt x="87" y="0"/>
                    <a:pt x="1" y="72"/>
                    <a:pt x="1" y="173"/>
                  </a:cubicBezTo>
                  <a:lnTo>
                    <a:pt x="1" y="794"/>
                  </a:lnTo>
                  <a:cubicBezTo>
                    <a:pt x="1" y="881"/>
                    <a:pt x="87" y="967"/>
                    <a:pt x="189" y="967"/>
                  </a:cubicBezTo>
                  <a:lnTo>
                    <a:pt x="1517" y="967"/>
                  </a:lnTo>
                  <a:cubicBezTo>
                    <a:pt x="1618" y="967"/>
                    <a:pt x="1704" y="881"/>
                    <a:pt x="1704" y="794"/>
                  </a:cubicBezTo>
                  <a:lnTo>
                    <a:pt x="1704" y="173"/>
                  </a:lnTo>
                  <a:cubicBezTo>
                    <a:pt x="1704" y="72"/>
                    <a:pt x="1618" y="0"/>
                    <a:pt x="1517" y="0"/>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6"/>
            <p:cNvSpPr/>
            <p:nvPr/>
          </p:nvSpPr>
          <p:spPr>
            <a:xfrm>
              <a:off x="7077442" y="1642561"/>
              <a:ext cx="100299" cy="15152"/>
            </a:xfrm>
            <a:custGeom>
              <a:rect b="b" l="l" r="r" t="t"/>
              <a:pathLst>
                <a:path extrusionOk="0" h="578" w="3826">
                  <a:moveTo>
                    <a:pt x="390" y="0"/>
                  </a:moveTo>
                  <a:cubicBezTo>
                    <a:pt x="0" y="0"/>
                    <a:pt x="0" y="578"/>
                    <a:pt x="390" y="578"/>
                  </a:cubicBezTo>
                  <a:lnTo>
                    <a:pt x="3436" y="578"/>
                  </a:lnTo>
                  <a:cubicBezTo>
                    <a:pt x="3825" y="578"/>
                    <a:pt x="3825" y="0"/>
                    <a:pt x="3436" y="0"/>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6"/>
            <p:cNvSpPr/>
            <p:nvPr/>
          </p:nvSpPr>
          <p:spPr>
            <a:xfrm>
              <a:off x="7122846" y="1671686"/>
              <a:ext cx="44670" cy="25769"/>
            </a:xfrm>
            <a:custGeom>
              <a:rect b="b" l="l" r="r" t="t"/>
              <a:pathLst>
                <a:path extrusionOk="0" h="983" w="1704">
                  <a:moveTo>
                    <a:pt x="188" y="1"/>
                  </a:moveTo>
                  <a:cubicBezTo>
                    <a:pt x="87" y="1"/>
                    <a:pt x="0" y="87"/>
                    <a:pt x="0" y="188"/>
                  </a:cubicBezTo>
                  <a:lnTo>
                    <a:pt x="0" y="795"/>
                  </a:lnTo>
                  <a:cubicBezTo>
                    <a:pt x="0" y="896"/>
                    <a:pt x="87" y="982"/>
                    <a:pt x="188" y="982"/>
                  </a:cubicBezTo>
                  <a:lnTo>
                    <a:pt x="1516" y="982"/>
                  </a:lnTo>
                  <a:cubicBezTo>
                    <a:pt x="1617" y="982"/>
                    <a:pt x="1704" y="896"/>
                    <a:pt x="1704" y="795"/>
                  </a:cubicBezTo>
                  <a:lnTo>
                    <a:pt x="1704" y="188"/>
                  </a:lnTo>
                  <a:cubicBezTo>
                    <a:pt x="1704" y="87"/>
                    <a:pt x="1617" y="1"/>
                    <a:pt x="1516" y="1"/>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6"/>
            <p:cNvSpPr/>
            <p:nvPr/>
          </p:nvSpPr>
          <p:spPr>
            <a:xfrm>
              <a:off x="7077442" y="1712948"/>
              <a:ext cx="100299" cy="15152"/>
            </a:xfrm>
            <a:custGeom>
              <a:rect b="b" l="l" r="r" t="t"/>
              <a:pathLst>
                <a:path extrusionOk="0" h="578" w="3826">
                  <a:moveTo>
                    <a:pt x="390" y="0"/>
                  </a:moveTo>
                  <a:cubicBezTo>
                    <a:pt x="0" y="0"/>
                    <a:pt x="0" y="578"/>
                    <a:pt x="390" y="578"/>
                  </a:cubicBezTo>
                  <a:lnTo>
                    <a:pt x="3436" y="578"/>
                  </a:lnTo>
                  <a:cubicBezTo>
                    <a:pt x="3825" y="578"/>
                    <a:pt x="3825" y="0"/>
                    <a:pt x="3436" y="0"/>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6"/>
            <p:cNvSpPr/>
            <p:nvPr/>
          </p:nvSpPr>
          <p:spPr>
            <a:xfrm>
              <a:off x="7228807" y="1623922"/>
              <a:ext cx="51041" cy="79589"/>
            </a:xfrm>
            <a:custGeom>
              <a:rect b="b" l="l" r="r" t="t"/>
              <a:pathLst>
                <a:path extrusionOk="0" h="3036" w="1947">
                  <a:moveTo>
                    <a:pt x="1529" y="1"/>
                  </a:moveTo>
                  <a:cubicBezTo>
                    <a:pt x="1462" y="1"/>
                    <a:pt x="1392" y="27"/>
                    <a:pt x="1328" y="90"/>
                  </a:cubicBezTo>
                  <a:lnTo>
                    <a:pt x="116" y="1317"/>
                  </a:lnTo>
                  <a:cubicBezTo>
                    <a:pt x="0" y="1433"/>
                    <a:pt x="0" y="1606"/>
                    <a:pt x="116" y="1722"/>
                  </a:cubicBezTo>
                  <a:lnTo>
                    <a:pt x="1328" y="2949"/>
                  </a:lnTo>
                  <a:cubicBezTo>
                    <a:pt x="1386" y="2992"/>
                    <a:pt x="1458" y="3035"/>
                    <a:pt x="1530" y="3035"/>
                  </a:cubicBezTo>
                  <a:cubicBezTo>
                    <a:pt x="1790" y="3035"/>
                    <a:pt x="1920" y="2718"/>
                    <a:pt x="1747" y="2544"/>
                  </a:cubicBezTo>
                  <a:lnTo>
                    <a:pt x="722" y="1520"/>
                  </a:lnTo>
                  <a:lnTo>
                    <a:pt x="1747" y="495"/>
                  </a:lnTo>
                  <a:cubicBezTo>
                    <a:pt x="1947" y="295"/>
                    <a:pt x="1754" y="1"/>
                    <a:pt x="1529" y="1"/>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6"/>
            <p:cNvSpPr/>
            <p:nvPr/>
          </p:nvSpPr>
          <p:spPr>
            <a:xfrm>
              <a:off x="7342449" y="1624079"/>
              <a:ext cx="50988" cy="79431"/>
            </a:xfrm>
            <a:custGeom>
              <a:rect b="b" l="l" r="r" t="t"/>
              <a:pathLst>
                <a:path extrusionOk="0" h="3030" w="1945">
                  <a:moveTo>
                    <a:pt x="420" y="1"/>
                  </a:moveTo>
                  <a:cubicBezTo>
                    <a:pt x="194" y="1"/>
                    <a:pt x="0" y="291"/>
                    <a:pt x="212" y="503"/>
                  </a:cubicBezTo>
                  <a:lnTo>
                    <a:pt x="1223" y="1514"/>
                  </a:lnTo>
                  <a:lnTo>
                    <a:pt x="212" y="2538"/>
                  </a:lnTo>
                  <a:cubicBezTo>
                    <a:pt x="25" y="2712"/>
                    <a:pt x="155" y="3029"/>
                    <a:pt x="415" y="3029"/>
                  </a:cubicBezTo>
                  <a:cubicBezTo>
                    <a:pt x="487" y="3029"/>
                    <a:pt x="559" y="2986"/>
                    <a:pt x="617" y="2943"/>
                  </a:cubicBezTo>
                  <a:lnTo>
                    <a:pt x="1844" y="1716"/>
                  </a:lnTo>
                  <a:cubicBezTo>
                    <a:pt x="1945" y="1600"/>
                    <a:pt x="1945" y="1427"/>
                    <a:pt x="1844" y="1311"/>
                  </a:cubicBezTo>
                  <a:lnTo>
                    <a:pt x="617" y="84"/>
                  </a:lnTo>
                  <a:cubicBezTo>
                    <a:pt x="555" y="26"/>
                    <a:pt x="486" y="1"/>
                    <a:pt x="420" y="1"/>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6"/>
            <p:cNvSpPr/>
            <p:nvPr/>
          </p:nvSpPr>
          <p:spPr>
            <a:xfrm>
              <a:off x="7287450" y="1614485"/>
              <a:ext cx="48734" cy="98490"/>
            </a:xfrm>
            <a:custGeom>
              <a:rect b="b" l="l" r="r" t="t"/>
              <a:pathLst>
                <a:path extrusionOk="0" h="3757" w="1859">
                  <a:moveTo>
                    <a:pt x="1494" y="1"/>
                  </a:moveTo>
                  <a:cubicBezTo>
                    <a:pt x="1388" y="1"/>
                    <a:pt x="1281" y="57"/>
                    <a:pt x="1228" y="191"/>
                  </a:cubicBezTo>
                  <a:lnTo>
                    <a:pt x="73" y="3366"/>
                  </a:lnTo>
                  <a:cubicBezTo>
                    <a:pt x="1" y="3554"/>
                    <a:pt x="131" y="3742"/>
                    <a:pt x="333" y="3756"/>
                  </a:cubicBezTo>
                  <a:cubicBezTo>
                    <a:pt x="463" y="3756"/>
                    <a:pt x="564" y="3684"/>
                    <a:pt x="607" y="3568"/>
                  </a:cubicBezTo>
                  <a:lnTo>
                    <a:pt x="1776" y="393"/>
                  </a:lnTo>
                  <a:cubicBezTo>
                    <a:pt x="1858" y="165"/>
                    <a:pt x="1676" y="1"/>
                    <a:pt x="1494" y="1"/>
                  </a:cubicBezTo>
                  <a:close/>
                </a:path>
              </a:pathLst>
            </a:cu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 name="Google Shape;661;p36"/>
          <p:cNvGrpSpPr/>
          <p:nvPr/>
        </p:nvGrpSpPr>
        <p:grpSpPr>
          <a:xfrm>
            <a:off x="3958587" y="2566397"/>
            <a:ext cx="422743" cy="377784"/>
            <a:chOff x="4659658" y="1500266"/>
            <a:chExt cx="422743" cy="377784"/>
          </a:xfrm>
        </p:grpSpPr>
        <p:sp>
          <p:nvSpPr>
            <p:cNvPr id="662" name="Google Shape;662;p36"/>
            <p:cNvSpPr/>
            <p:nvPr/>
          </p:nvSpPr>
          <p:spPr>
            <a:xfrm>
              <a:off x="4786067" y="1537727"/>
              <a:ext cx="129056" cy="128689"/>
            </a:xfrm>
            <a:custGeom>
              <a:rect b="b" l="l" r="r" t="t"/>
              <a:pathLst>
                <a:path extrusionOk="0" h="4909" w="4923">
                  <a:moveTo>
                    <a:pt x="2442" y="0"/>
                  </a:moveTo>
                  <a:cubicBezTo>
                    <a:pt x="1097" y="0"/>
                    <a:pt x="0" y="1092"/>
                    <a:pt x="0" y="2440"/>
                  </a:cubicBezTo>
                  <a:cubicBezTo>
                    <a:pt x="0" y="3797"/>
                    <a:pt x="1097" y="4909"/>
                    <a:pt x="2454" y="4909"/>
                  </a:cubicBezTo>
                  <a:cubicBezTo>
                    <a:pt x="3811" y="4909"/>
                    <a:pt x="4908" y="3811"/>
                    <a:pt x="4908" y="2455"/>
                  </a:cubicBezTo>
                  <a:cubicBezTo>
                    <a:pt x="4923" y="1098"/>
                    <a:pt x="3826" y="1"/>
                    <a:pt x="2469" y="1"/>
                  </a:cubicBezTo>
                  <a:cubicBezTo>
                    <a:pt x="2460" y="0"/>
                    <a:pt x="2451" y="0"/>
                    <a:pt x="2442" y="0"/>
                  </a:cubicBezTo>
                  <a:close/>
                </a:path>
              </a:pathLst>
            </a:custGeom>
            <a:solidFill>
              <a:srgbClr val="D6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6"/>
            <p:cNvSpPr/>
            <p:nvPr/>
          </p:nvSpPr>
          <p:spPr>
            <a:xfrm>
              <a:off x="4783419" y="1537544"/>
              <a:ext cx="75316" cy="128873"/>
            </a:xfrm>
            <a:custGeom>
              <a:rect b="b" l="l" r="r" t="t"/>
              <a:pathLst>
                <a:path extrusionOk="0" h="4916" w="2873">
                  <a:moveTo>
                    <a:pt x="2543" y="0"/>
                  </a:moveTo>
                  <a:cubicBezTo>
                    <a:pt x="1266" y="0"/>
                    <a:pt x="181" y="985"/>
                    <a:pt x="101" y="2288"/>
                  </a:cubicBezTo>
                  <a:cubicBezTo>
                    <a:pt x="0" y="3717"/>
                    <a:pt x="1126" y="4916"/>
                    <a:pt x="2541" y="4916"/>
                  </a:cubicBezTo>
                  <a:cubicBezTo>
                    <a:pt x="2642" y="4916"/>
                    <a:pt x="2757" y="4916"/>
                    <a:pt x="2859" y="4901"/>
                  </a:cubicBezTo>
                  <a:cubicBezTo>
                    <a:pt x="1632" y="4728"/>
                    <a:pt x="722" y="3689"/>
                    <a:pt x="722" y="2462"/>
                  </a:cubicBezTo>
                  <a:cubicBezTo>
                    <a:pt x="737" y="1220"/>
                    <a:pt x="1646" y="181"/>
                    <a:pt x="2873" y="22"/>
                  </a:cubicBezTo>
                  <a:cubicBezTo>
                    <a:pt x="2762" y="7"/>
                    <a:pt x="2651" y="0"/>
                    <a:pt x="2543" y="0"/>
                  </a:cubicBezTo>
                  <a:close/>
                </a:path>
              </a:pathLst>
            </a:custGeom>
            <a:solidFill>
              <a:srgbClr val="91A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6"/>
            <p:cNvSpPr/>
            <p:nvPr/>
          </p:nvSpPr>
          <p:spPr>
            <a:xfrm>
              <a:off x="4806489" y="1558175"/>
              <a:ext cx="87820" cy="87820"/>
            </a:xfrm>
            <a:custGeom>
              <a:rect b="b" l="l" r="r" t="t"/>
              <a:pathLst>
                <a:path extrusionOk="0" h="3350" w="3350">
                  <a:moveTo>
                    <a:pt x="1690" y="0"/>
                  </a:moveTo>
                  <a:cubicBezTo>
                    <a:pt x="766" y="0"/>
                    <a:pt x="15" y="751"/>
                    <a:pt x="15" y="1660"/>
                  </a:cubicBezTo>
                  <a:cubicBezTo>
                    <a:pt x="1" y="2584"/>
                    <a:pt x="752" y="3335"/>
                    <a:pt x="1675" y="3349"/>
                  </a:cubicBezTo>
                  <a:cubicBezTo>
                    <a:pt x="2599" y="3349"/>
                    <a:pt x="3350" y="2598"/>
                    <a:pt x="3350" y="1675"/>
                  </a:cubicBezTo>
                  <a:cubicBezTo>
                    <a:pt x="3350" y="751"/>
                    <a:pt x="2614" y="0"/>
                    <a:pt x="1690" y="0"/>
                  </a:cubicBezTo>
                  <a:close/>
                </a:path>
              </a:pathLst>
            </a:custGeom>
            <a:solidFill>
              <a:srgbClr val="A9BA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6"/>
            <p:cNvSpPr/>
            <p:nvPr/>
          </p:nvSpPr>
          <p:spPr>
            <a:xfrm>
              <a:off x="4806489" y="1558096"/>
              <a:ext cx="52246" cy="87951"/>
            </a:xfrm>
            <a:custGeom>
              <a:rect b="b" l="l" r="r" t="t"/>
              <a:pathLst>
                <a:path extrusionOk="0" h="3355" w="1993">
                  <a:moveTo>
                    <a:pt x="1671" y="0"/>
                  </a:moveTo>
                  <a:cubicBezTo>
                    <a:pt x="775" y="0"/>
                    <a:pt x="1" y="735"/>
                    <a:pt x="1" y="1678"/>
                  </a:cubicBezTo>
                  <a:cubicBezTo>
                    <a:pt x="1" y="2620"/>
                    <a:pt x="775" y="3355"/>
                    <a:pt x="1671" y="3355"/>
                  </a:cubicBezTo>
                  <a:cubicBezTo>
                    <a:pt x="1777" y="3355"/>
                    <a:pt x="1885" y="3345"/>
                    <a:pt x="1993" y="3323"/>
                  </a:cubicBezTo>
                  <a:cubicBezTo>
                    <a:pt x="1213" y="3164"/>
                    <a:pt x="650" y="2471"/>
                    <a:pt x="650" y="1678"/>
                  </a:cubicBezTo>
                  <a:cubicBezTo>
                    <a:pt x="650" y="869"/>
                    <a:pt x="1213" y="191"/>
                    <a:pt x="1993" y="32"/>
                  </a:cubicBezTo>
                  <a:cubicBezTo>
                    <a:pt x="1885" y="11"/>
                    <a:pt x="1777" y="0"/>
                    <a:pt x="1671" y="0"/>
                  </a:cubicBezTo>
                  <a:close/>
                </a:path>
              </a:pathLst>
            </a:custGeom>
            <a:solidFill>
              <a:srgbClr val="8C9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6"/>
            <p:cNvSpPr/>
            <p:nvPr/>
          </p:nvSpPr>
          <p:spPr>
            <a:xfrm>
              <a:off x="4832599" y="1572541"/>
              <a:ext cx="34473" cy="60190"/>
            </a:xfrm>
            <a:custGeom>
              <a:rect b="b" l="l" r="r" t="t"/>
              <a:pathLst>
                <a:path extrusionOk="0" h="2296" w="1315">
                  <a:moveTo>
                    <a:pt x="622" y="463"/>
                  </a:moveTo>
                  <a:lnTo>
                    <a:pt x="622" y="881"/>
                  </a:lnTo>
                  <a:cubicBezTo>
                    <a:pt x="448" y="809"/>
                    <a:pt x="405" y="751"/>
                    <a:pt x="405" y="665"/>
                  </a:cubicBezTo>
                  <a:cubicBezTo>
                    <a:pt x="405" y="535"/>
                    <a:pt x="506" y="477"/>
                    <a:pt x="622" y="463"/>
                  </a:cubicBezTo>
                  <a:close/>
                  <a:moveTo>
                    <a:pt x="766" y="1329"/>
                  </a:moveTo>
                  <a:cubicBezTo>
                    <a:pt x="935" y="1399"/>
                    <a:pt x="980" y="1483"/>
                    <a:pt x="982" y="1581"/>
                  </a:cubicBezTo>
                  <a:lnTo>
                    <a:pt x="982" y="1581"/>
                  </a:lnTo>
                  <a:cubicBezTo>
                    <a:pt x="979" y="1708"/>
                    <a:pt x="894" y="1805"/>
                    <a:pt x="766" y="1805"/>
                  </a:cubicBezTo>
                  <a:lnTo>
                    <a:pt x="766" y="1329"/>
                  </a:lnTo>
                  <a:close/>
                  <a:moveTo>
                    <a:pt x="694" y="1"/>
                  </a:moveTo>
                  <a:cubicBezTo>
                    <a:pt x="651" y="1"/>
                    <a:pt x="607" y="29"/>
                    <a:pt x="607" y="73"/>
                  </a:cubicBezTo>
                  <a:lnTo>
                    <a:pt x="607" y="145"/>
                  </a:lnTo>
                  <a:cubicBezTo>
                    <a:pt x="275" y="188"/>
                    <a:pt x="59" y="333"/>
                    <a:pt x="59" y="693"/>
                  </a:cubicBezTo>
                  <a:cubicBezTo>
                    <a:pt x="59" y="1040"/>
                    <a:pt x="333" y="1155"/>
                    <a:pt x="607" y="1256"/>
                  </a:cubicBezTo>
                  <a:lnTo>
                    <a:pt x="607" y="1805"/>
                  </a:lnTo>
                  <a:cubicBezTo>
                    <a:pt x="463" y="1791"/>
                    <a:pt x="333" y="1718"/>
                    <a:pt x="246" y="1632"/>
                  </a:cubicBezTo>
                  <a:cubicBezTo>
                    <a:pt x="219" y="1616"/>
                    <a:pt x="190" y="1607"/>
                    <a:pt x="163" y="1607"/>
                  </a:cubicBezTo>
                  <a:cubicBezTo>
                    <a:pt x="117" y="1607"/>
                    <a:pt x="77" y="1630"/>
                    <a:pt x="59" y="1675"/>
                  </a:cubicBezTo>
                  <a:cubicBezTo>
                    <a:pt x="1" y="1733"/>
                    <a:pt x="1" y="1848"/>
                    <a:pt x="59" y="1920"/>
                  </a:cubicBezTo>
                  <a:cubicBezTo>
                    <a:pt x="193" y="2054"/>
                    <a:pt x="364" y="2139"/>
                    <a:pt x="561" y="2139"/>
                  </a:cubicBezTo>
                  <a:cubicBezTo>
                    <a:pt x="576" y="2139"/>
                    <a:pt x="592" y="2138"/>
                    <a:pt x="607" y="2137"/>
                  </a:cubicBezTo>
                  <a:lnTo>
                    <a:pt x="607" y="2137"/>
                  </a:lnTo>
                  <a:lnTo>
                    <a:pt x="593" y="2151"/>
                  </a:lnTo>
                  <a:lnTo>
                    <a:pt x="593" y="2224"/>
                  </a:lnTo>
                  <a:cubicBezTo>
                    <a:pt x="593" y="2267"/>
                    <a:pt x="636" y="2296"/>
                    <a:pt x="679" y="2296"/>
                  </a:cubicBezTo>
                  <a:cubicBezTo>
                    <a:pt x="723" y="2296"/>
                    <a:pt x="780" y="2267"/>
                    <a:pt x="780" y="2224"/>
                  </a:cubicBezTo>
                  <a:lnTo>
                    <a:pt x="780" y="2137"/>
                  </a:lnTo>
                  <a:cubicBezTo>
                    <a:pt x="1084" y="2123"/>
                    <a:pt x="1315" y="1848"/>
                    <a:pt x="1315" y="1545"/>
                  </a:cubicBezTo>
                  <a:cubicBezTo>
                    <a:pt x="1315" y="1213"/>
                    <a:pt x="1098" y="1069"/>
                    <a:pt x="780" y="953"/>
                  </a:cubicBezTo>
                  <a:lnTo>
                    <a:pt x="780" y="448"/>
                  </a:lnTo>
                  <a:cubicBezTo>
                    <a:pt x="881" y="463"/>
                    <a:pt x="968" y="491"/>
                    <a:pt x="1055" y="549"/>
                  </a:cubicBezTo>
                  <a:cubicBezTo>
                    <a:pt x="1073" y="558"/>
                    <a:pt x="1094" y="563"/>
                    <a:pt x="1115" y="563"/>
                  </a:cubicBezTo>
                  <a:cubicBezTo>
                    <a:pt x="1162" y="563"/>
                    <a:pt x="1208" y="541"/>
                    <a:pt x="1228" y="491"/>
                  </a:cubicBezTo>
                  <a:cubicBezTo>
                    <a:pt x="1286" y="419"/>
                    <a:pt x="1286" y="318"/>
                    <a:pt x="1214" y="260"/>
                  </a:cubicBezTo>
                  <a:cubicBezTo>
                    <a:pt x="1098" y="174"/>
                    <a:pt x="939" y="145"/>
                    <a:pt x="795" y="145"/>
                  </a:cubicBezTo>
                  <a:lnTo>
                    <a:pt x="795" y="73"/>
                  </a:lnTo>
                  <a:cubicBezTo>
                    <a:pt x="795" y="29"/>
                    <a:pt x="737" y="1"/>
                    <a:pt x="694" y="1"/>
                  </a:cubicBezTo>
                  <a:close/>
                </a:path>
              </a:pathLst>
            </a:custGeom>
            <a:solidFill>
              <a:srgbClr val="EF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6"/>
            <p:cNvSpPr/>
            <p:nvPr/>
          </p:nvSpPr>
          <p:spPr>
            <a:xfrm>
              <a:off x="4885973" y="1500266"/>
              <a:ext cx="129056" cy="128689"/>
            </a:xfrm>
            <a:custGeom>
              <a:rect b="b" l="l" r="r" t="t"/>
              <a:pathLst>
                <a:path extrusionOk="0" h="4909" w="4923">
                  <a:moveTo>
                    <a:pt x="2469" y="0"/>
                  </a:moveTo>
                  <a:cubicBezTo>
                    <a:pt x="1112" y="0"/>
                    <a:pt x="15" y="1098"/>
                    <a:pt x="0" y="2454"/>
                  </a:cubicBezTo>
                  <a:cubicBezTo>
                    <a:pt x="0" y="3811"/>
                    <a:pt x="1097" y="4908"/>
                    <a:pt x="2454" y="4908"/>
                  </a:cubicBezTo>
                  <a:cubicBezTo>
                    <a:pt x="2463" y="4909"/>
                    <a:pt x="2472" y="4909"/>
                    <a:pt x="2481" y="4909"/>
                  </a:cubicBezTo>
                  <a:cubicBezTo>
                    <a:pt x="3826" y="4909"/>
                    <a:pt x="4908" y="3817"/>
                    <a:pt x="4923" y="2469"/>
                  </a:cubicBezTo>
                  <a:cubicBezTo>
                    <a:pt x="4923" y="1112"/>
                    <a:pt x="3826" y="0"/>
                    <a:pt x="2469" y="0"/>
                  </a:cubicBezTo>
                  <a:close/>
                </a:path>
              </a:pathLst>
            </a:custGeom>
            <a:solidFill>
              <a:srgbClr val="D6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6"/>
            <p:cNvSpPr/>
            <p:nvPr/>
          </p:nvSpPr>
          <p:spPr>
            <a:xfrm>
              <a:off x="4883325" y="1500449"/>
              <a:ext cx="75316" cy="128506"/>
            </a:xfrm>
            <a:custGeom>
              <a:rect b="b" l="l" r="r" t="t"/>
              <a:pathLst>
                <a:path extrusionOk="0" h="4902" w="2873">
                  <a:moveTo>
                    <a:pt x="2545" y="0"/>
                  </a:moveTo>
                  <a:cubicBezTo>
                    <a:pt x="1278" y="0"/>
                    <a:pt x="181" y="985"/>
                    <a:pt x="101" y="2289"/>
                  </a:cubicBezTo>
                  <a:cubicBezTo>
                    <a:pt x="0" y="3703"/>
                    <a:pt x="1126" y="4901"/>
                    <a:pt x="2541" y="4901"/>
                  </a:cubicBezTo>
                  <a:cubicBezTo>
                    <a:pt x="2642" y="4901"/>
                    <a:pt x="2757" y="4901"/>
                    <a:pt x="2858" y="4887"/>
                  </a:cubicBezTo>
                  <a:cubicBezTo>
                    <a:pt x="1631" y="4728"/>
                    <a:pt x="722" y="3674"/>
                    <a:pt x="722" y="2447"/>
                  </a:cubicBezTo>
                  <a:cubicBezTo>
                    <a:pt x="736" y="1206"/>
                    <a:pt x="1646" y="167"/>
                    <a:pt x="2873" y="22"/>
                  </a:cubicBezTo>
                  <a:cubicBezTo>
                    <a:pt x="2763" y="8"/>
                    <a:pt x="2653" y="0"/>
                    <a:pt x="2545" y="0"/>
                  </a:cubicBezTo>
                  <a:close/>
                </a:path>
              </a:pathLst>
            </a:custGeom>
            <a:solidFill>
              <a:srgbClr val="91A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6"/>
            <p:cNvSpPr/>
            <p:nvPr/>
          </p:nvSpPr>
          <p:spPr>
            <a:xfrm>
              <a:off x="4906787" y="1521081"/>
              <a:ext cx="87427" cy="87427"/>
            </a:xfrm>
            <a:custGeom>
              <a:rect b="b" l="l" r="r" t="t"/>
              <a:pathLst>
                <a:path extrusionOk="0" h="3335" w="3335">
                  <a:moveTo>
                    <a:pt x="1649" y="0"/>
                  </a:moveTo>
                  <a:cubicBezTo>
                    <a:pt x="737" y="0"/>
                    <a:pt x="0" y="745"/>
                    <a:pt x="0" y="1660"/>
                  </a:cubicBezTo>
                  <a:cubicBezTo>
                    <a:pt x="0" y="2584"/>
                    <a:pt x="736" y="3335"/>
                    <a:pt x="1660" y="3335"/>
                  </a:cubicBezTo>
                  <a:cubicBezTo>
                    <a:pt x="2584" y="3335"/>
                    <a:pt x="3335" y="2599"/>
                    <a:pt x="3335" y="1675"/>
                  </a:cubicBezTo>
                  <a:cubicBezTo>
                    <a:pt x="3335" y="751"/>
                    <a:pt x="2599" y="0"/>
                    <a:pt x="1675" y="0"/>
                  </a:cubicBezTo>
                  <a:cubicBezTo>
                    <a:pt x="1666" y="0"/>
                    <a:pt x="1657" y="0"/>
                    <a:pt x="1649" y="0"/>
                  </a:cubicBezTo>
                  <a:close/>
                </a:path>
              </a:pathLst>
            </a:custGeom>
            <a:solidFill>
              <a:srgbClr val="A9BA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6"/>
            <p:cNvSpPr/>
            <p:nvPr/>
          </p:nvSpPr>
          <p:spPr>
            <a:xfrm>
              <a:off x="4906394" y="1521002"/>
              <a:ext cx="52246" cy="87584"/>
            </a:xfrm>
            <a:custGeom>
              <a:rect b="b" l="l" r="r" t="t"/>
              <a:pathLst>
                <a:path extrusionOk="0" h="3341" w="1993">
                  <a:moveTo>
                    <a:pt x="1667" y="0"/>
                  </a:moveTo>
                  <a:cubicBezTo>
                    <a:pt x="772" y="0"/>
                    <a:pt x="1" y="722"/>
                    <a:pt x="1" y="1663"/>
                  </a:cubicBezTo>
                  <a:cubicBezTo>
                    <a:pt x="1" y="2606"/>
                    <a:pt x="775" y="3341"/>
                    <a:pt x="1671" y="3341"/>
                  </a:cubicBezTo>
                  <a:cubicBezTo>
                    <a:pt x="1777" y="3341"/>
                    <a:pt x="1885" y="3330"/>
                    <a:pt x="1993" y="3309"/>
                  </a:cubicBezTo>
                  <a:cubicBezTo>
                    <a:pt x="1213" y="3150"/>
                    <a:pt x="650" y="2457"/>
                    <a:pt x="650" y="1663"/>
                  </a:cubicBezTo>
                  <a:cubicBezTo>
                    <a:pt x="650" y="870"/>
                    <a:pt x="1213" y="177"/>
                    <a:pt x="1993" y="32"/>
                  </a:cubicBezTo>
                  <a:cubicBezTo>
                    <a:pt x="1883" y="11"/>
                    <a:pt x="1774" y="0"/>
                    <a:pt x="1667" y="0"/>
                  </a:cubicBezTo>
                  <a:close/>
                </a:path>
              </a:pathLst>
            </a:custGeom>
            <a:solidFill>
              <a:srgbClr val="8C9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6"/>
            <p:cNvSpPr/>
            <p:nvPr/>
          </p:nvSpPr>
          <p:spPr>
            <a:xfrm>
              <a:off x="4932504" y="1535079"/>
              <a:ext cx="34840" cy="60190"/>
            </a:xfrm>
            <a:custGeom>
              <a:rect b="b" l="l" r="r" t="t"/>
              <a:pathLst>
                <a:path extrusionOk="0" h="2296" w="1329">
                  <a:moveTo>
                    <a:pt x="636" y="462"/>
                  </a:moveTo>
                  <a:lnTo>
                    <a:pt x="636" y="881"/>
                  </a:lnTo>
                  <a:cubicBezTo>
                    <a:pt x="448" y="809"/>
                    <a:pt x="405" y="766"/>
                    <a:pt x="405" y="665"/>
                  </a:cubicBezTo>
                  <a:cubicBezTo>
                    <a:pt x="405" y="535"/>
                    <a:pt x="506" y="477"/>
                    <a:pt x="636" y="462"/>
                  </a:cubicBezTo>
                  <a:close/>
                  <a:moveTo>
                    <a:pt x="766" y="1329"/>
                  </a:moveTo>
                  <a:cubicBezTo>
                    <a:pt x="954" y="1401"/>
                    <a:pt x="982" y="1487"/>
                    <a:pt x="982" y="1588"/>
                  </a:cubicBezTo>
                  <a:cubicBezTo>
                    <a:pt x="982" y="1704"/>
                    <a:pt x="896" y="1805"/>
                    <a:pt x="766" y="1805"/>
                  </a:cubicBezTo>
                  <a:lnTo>
                    <a:pt x="766" y="1329"/>
                  </a:lnTo>
                  <a:close/>
                  <a:moveTo>
                    <a:pt x="694" y="0"/>
                  </a:moveTo>
                  <a:cubicBezTo>
                    <a:pt x="650" y="0"/>
                    <a:pt x="607" y="29"/>
                    <a:pt x="607" y="73"/>
                  </a:cubicBezTo>
                  <a:lnTo>
                    <a:pt x="607" y="159"/>
                  </a:lnTo>
                  <a:cubicBezTo>
                    <a:pt x="275" y="188"/>
                    <a:pt x="59" y="347"/>
                    <a:pt x="59" y="693"/>
                  </a:cubicBezTo>
                  <a:cubicBezTo>
                    <a:pt x="59" y="1054"/>
                    <a:pt x="333" y="1155"/>
                    <a:pt x="607" y="1256"/>
                  </a:cubicBezTo>
                  <a:lnTo>
                    <a:pt x="607" y="1805"/>
                  </a:lnTo>
                  <a:cubicBezTo>
                    <a:pt x="463" y="1790"/>
                    <a:pt x="333" y="1733"/>
                    <a:pt x="246" y="1632"/>
                  </a:cubicBezTo>
                  <a:cubicBezTo>
                    <a:pt x="219" y="1615"/>
                    <a:pt x="192" y="1607"/>
                    <a:pt x="167" y="1607"/>
                  </a:cubicBezTo>
                  <a:cubicBezTo>
                    <a:pt x="124" y="1607"/>
                    <a:pt x="86" y="1630"/>
                    <a:pt x="59" y="1675"/>
                  </a:cubicBezTo>
                  <a:cubicBezTo>
                    <a:pt x="1" y="1747"/>
                    <a:pt x="1" y="1848"/>
                    <a:pt x="59" y="1920"/>
                  </a:cubicBezTo>
                  <a:cubicBezTo>
                    <a:pt x="203" y="2065"/>
                    <a:pt x="391" y="2151"/>
                    <a:pt x="607" y="2151"/>
                  </a:cubicBezTo>
                  <a:lnTo>
                    <a:pt x="593" y="2224"/>
                  </a:lnTo>
                  <a:cubicBezTo>
                    <a:pt x="593" y="2267"/>
                    <a:pt x="650" y="2296"/>
                    <a:pt x="694" y="2296"/>
                  </a:cubicBezTo>
                  <a:cubicBezTo>
                    <a:pt x="737" y="2296"/>
                    <a:pt x="780" y="2267"/>
                    <a:pt x="780" y="2224"/>
                  </a:cubicBezTo>
                  <a:lnTo>
                    <a:pt x="780" y="2137"/>
                  </a:lnTo>
                  <a:cubicBezTo>
                    <a:pt x="1098" y="2122"/>
                    <a:pt x="1329" y="1863"/>
                    <a:pt x="1315" y="1545"/>
                  </a:cubicBezTo>
                  <a:cubicBezTo>
                    <a:pt x="1315" y="1199"/>
                    <a:pt x="1084" y="1054"/>
                    <a:pt x="795" y="953"/>
                  </a:cubicBezTo>
                  <a:lnTo>
                    <a:pt x="795" y="448"/>
                  </a:lnTo>
                  <a:cubicBezTo>
                    <a:pt x="982" y="477"/>
                    <a:pt x="1040" y="563"/>
                    <a:pt x="1127" y="563"/>
                  </a:cubicBezTo>
                  <a:cubicBezTo>
                    <a:pt x="1199" y="563"/>
                    <a:pt x="1242" y="491"/>
                    <a:pt x="1257" y="419"/>
                  </a:cubicBezTo>
                  <a:cubicBezTo>
                    <a:pt x="1300" y="304"/>
                    <a:pt x="1228" y="246"/>
                    <a:pt x="1098" y="203"/>
                  </a:cubicBezTo>
                  <a:cubicBezTo>
                    <a:pt x="997" y="159"/>
                    <a:pt x="896" y="145"/>
                    <a:pt x="795" y="145"/>
                  </a:cubicBezTo>
                  <a:lnTo>
                    <a:pt x="795" y="73"/>
                  </a:lnTo>
                  <a:cubicBezTo>
                    <a:pt x="795" y="29"/>
                    <a:pt x="752" y="0"/>
                    <a:pt x="694" y="0"/>
                  </a:cubicBezTo>
                  <a:close/>
                </a:path>
              </a:pathLst>
            </a:custGeom>
            <a:solidFill>
              <a:srgbClr val="EF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6"/>
            <p:cNvSpPr/>
            <p:nvPr/>
          </p:nvSpPr>
          <p:spPr>
            <a:xfrm>
              <a:off x="4659658" y="1714836"/>
              <a:ext cx="144969" cy="163215"/>
            </a:xfrm>
            <a:custGeom>
              <a:rect b="b" l="l" r="r" t="t"/>
              <a:pathLst>
                <a:path extrusionOk="0" h="6226" w="5530">
                  <a:moveTo>
                    <a:pt x="3682" y="0"/>
                  </a:moveTo>
                  <a:lnTo>
                    <a:pt x="275" y="1285"/>
                  </a:lnTo>
                  <a:cubicBezTo>
                    <a:pt x="88" y="1343"/>
                    <a:pt x="1" y="1530"/>
                    <a:pt x="73" y="1718"/>
                  </a:cubicBezTo>
                  <a:lnTo>
                    <a:pt x="1675" y="6005"/>
                  </a:lnTo>
                  <a:cubicBezTo>
                    <a:pt x="1721" y="6142"/>
                    <a:pt x="1857" y="6225"/>
                    <a:pt x="1998" y="6225"/>
                  </a:cubicBezTo>
                  <a:cubicBezTo>
                    <a:pt x="2035" y="6225"/>
                    <a:pt x="2072" y="6220"/>
                    <a:pt x="2108" y="6207"/>
                  </a:cubicBezTo>
                  <a:lnTo>
                    <a:pt x="5530" y="4923"/>
                  </a:lnTo>
                  <a:lnTo>
                    <a:pt x="3682" y="0"/>
                  </a:lnTo>
                  <a:close/>
                </a:path>
              </a:pathLst>
            </a:custGeom>
            <a:solidFill>
              <a:srgbClr val="D3DC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6"/>
            <p:cNvSpPr/>
            <p:nvPr/>
          </p:nvSpPr>
          <p:spPr>
            <a:xfrm>
              <a:off x="4699400" y="1824939"/>
              <a:ext cx="105227" cy="52928"/>
            </a:xfrm>
            <a:custGeom>
              <a:rect b="b" l="l" r="r" t="t"/>
              <a:pathLst>
                <a:path extrusionOk="0" h="2019" w="4014">
                  <a:moveTo>
                    <a:pt x="3739" y="1"/>
                  </a:moveTo>
                  <a:lnTo>
                    <a:pt x="3682" y="30"/>
                  </a:lnTo>
                  <a:lnTo>
                    <a:pt x="1" y="1401"/>
                  </a:lnTo>
                  <a:lnTo>
                    <a:pt x="159" y="1805"/>
                  </a:lnTo>
                  <a:cubicBezTo>
                    <a:pt x="203" y="1937"/>
                    <a:pt x="330" y="2019"/>
                    <a:pt x="465" y="2019"/>
                  </a:cubicBezTo>
                  <a:cubicBezTo>
                    <a:pt x="508" y="2019"/>
                    <a:pt x="551" y="2010"/>
                    <a:pt x="592" y="1993"/>
                  </a:cubicBezTo>
                  <a:lnTo>
                    <a:pt x="4014" y="723"/>
                  </a:lnTo>
                  <a:lnTo>
                    <a:pt x="3739"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6"/>
            <p:cNvSpPr/>
            <p:nvPr/>
          </p:nvSpPr>
          <p:spPr>
            <a:xfrm>
              <a:off x="4800066" y="1641276"/>
              <a:ext cx="282336" cy="173858"/>
            </a:xfrm>
            <a:custGeom>
              <a:rect b="b" l="l" r="r" t="t"/>
              <a:pathLst>
                <a:path extrusionOk="0" h="6632" w="10770">
                  <a:moveTo>
                    <a:pt x="9581" y="1"/>
                  </a:moveTo>
                  <a:cubicBezTo>
                    <a:pt x="9150" y="1"/>
                    <a:pt x="8803" y="341"/>
                    <a:pt x="8763" y="381"/>
                  </a:cubicBezTo>
                  <a:lnTo>
                    <a:pt x="5933" y="2720"/>
                  </a:lnTo>
                  <a:cubicBezTo>
                    <a:pt x="5905" y="2267"/>
                    <a:pt x="5530" y="1911"/>
                    <a:pt x="5066" y="1911"/>
                  </a:cubicBezTo>
                  <a:cubicBezTo>
                    <a:pt x="5057" y="1911"/>
                    <a:pt x="5048" y="1911"/>
                    <a:pt x="5038" y="1911"/>
                  </a:cubicBezTo>
                  <a:cubicBezTo>
                    <a:pt x="4300" y="1911"/>
                    <a:pt x="3764" y="1907"/>
                    <a:pt x="3361" y="1907"/>
                  </a:cubicBezTo>
                  <a:cubicBezTo>
                    <a:pt x="2487" y="1907"/>
                    <a:pt x="2233" y="1927"/>
                    <a:pt x="1877" y="2056"/>
                  </a:cubicBezTo>
                  <a:lnTo>
                    <a:pt x="0" y="2835"/>
                  </a:lnTo>
                  <a:lnTo>
                    <a:pt x="1430" y="6632"/>
                  </a:lnTo>
                  <a:cubicBezTo>
                    <a:pt x="2518" y="6184"/>
                    <a:pt x="2486" y="6114"/>
                    <a:pt x="3497" y="6114"/>
                  </a:cubicBezTo>
                  <a:cubicBezTo>
                    <a:pt x="3854" y="6114"/>
                    <a:pt x="4341" y="6123"/>
                    <a:pt x="5053" y="6126"/>
                  </a:cubicBezTo>
                  <a:cubicBezTo>
                    <a:pt x="5659" y="6098"/>
                    <a:pt x="6237" y="5838"/>
                    <a:pt x="6641" y="5376"/>
                  </a:cubicBezTo>
                  <a:lnTo>
                    <a:pt x="10120" y="1651"/>
                  </a:lnTo>
                  <a:cubicBezTo>
                    <a:pt x="10235" y="1536"/>
                    <a:pt x="10769" y="843"/>
                    <a:pt x="10177" y="251"/>
                  </a:cubicBezTo>
                  <a:cubicBezTo>
                    <a:pt x="9975" y="66"/>
                    <a:pt x="9770" y="1"/>
                    <a:pt x="958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6"/>
            <p:cNvSpPr/>
            <p:nvPr/>
          </p:nvSpPr>
          <p:spPr>
            <a:xfrm>
              <a:off x="4800066" y="1707260"/>
              <a:ext cx="57175" cy="107875"/>
            </a:xfrm>
            <a:custGeom>
              <a:rect b="b" l="l" r="r" t="t"/>
              <a:pathLst>
                <a:path extrusionOk="0" h="4115" w="2181">
                  <a:moveTo>
                    <a:pt x="751" y="1"/>
                  </a:moveTo>
                  <a:lnTo>
                    <a:pt x="0" y="318"/>
                  </a:lnTo>
                  <a:lnTo>
                    <a:pt x="1430" y="4115"/>
                  </a:lnTo>
                  <a:lnTo>
                    <a:pt x="2180" y="3812"/>
                  </a:lnTo>
                  <a:lnTo>
                    <a:pt x="751" y="1"/>
                  </a:lnTo>
                  <a:close/>
                </a:path>
              </a:pathLst>
            </a:custGeom>
            <a:solidFill>
              <a:srgbClr val="97A7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6"/>
            <p:cNvSpPr/>
            <p:nvPr/>
          </p:nvSpPr>
          <p:spPr>
            <a:xfrm>
              <a:off x="4874228" y="1692501"/>
              <a:ext cx="81004" cy="51827"/>
            </a:xfrm>
            <a:custGeom>
              <a:rect b="b" l="l" r="r" t="t"/>
              <a:pathLst>
                <a:path extrusionOk="0" h="1977" w="3090">
                  <a:moveTo>
                    <a:pt x="2527" y="1"/>
                  </a:moveTo>
                  <a:lnTo>
                    <a:pt x="2527" y="1"/>
                  </a:lnTo>
                  <a:cubicBezTo>
                    <a:pt x="2599" y="347"/>
                    <a:pt x="2671" y="939"/>
                    <a:pt x="2455" y="1256"/>
                  </a:cubicBezTo>
                  <a:cubicBezTo>
                    <a:pt x="2323" y="1441"/>
                    <a:pt x="2144" y="1481"/>
                    <a:pt x="1670" y="1481"/>
                  </a:cubicBezTo>
                  <a:cubicBezTo>
                    <a:pt x="1364" y="1481"/>
                    <a:pt x="935" y="1464"/>
                    <a:pt x="318" y="1459"/>
                  </a:cubicBezTo>
                  <a:cubicBezTo>
                    <a:pt x="1" y="1459"/>
                    <a:pt x="1" y="1964"/>
                    <a:pt x="318" y="1964"/>
                  </a:cubicBezTo>
                  <a:cubicBezTo>
                    <a:pt x="820" y="1964"/>
                    <a:pt x="1219" y="1977"/>
                    <a:pt x="1543" y="1977"/>
                  </a:cubicBezTo>
                  <a:cubicBezTo>
                    <a:pt x="2246" y="1977"/>
                    <a:pt x="2597" y="1916"/>
                    <a:pt x="2873" y="1531"/>
                  </a:cubicBezTo>
                  <a:cubicBezTo>
                    <a:pt x="3018" y="1300"/>
                    <a:pt x="3090" y="1026"/>
                    <a:pt x="3090" y="751"/>
                  </a:cubicBezTo>
                  <a:cubicBezTo>
                    <a:pt x="3061" y="405"/>
                    <a:pt x="2845" y="116"/>
                    <a:pt x="2527" y="1"/>
                  </a:cubicBezTo>
                  <a:close/>
                </a:path>
              </a:pathLst>
            </a:custGeom>
            <a:solidFill>
              <a:srgbClr val="97A7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6"/>
            <p:cNvSpPr/>
            <p:nvPr/>
          </p:nvSpPr>
          <p:spPr>
            <a:xfrm>
              <a:off x="4754662" y="1702200"/>
              <a:ext cx="88187" cy="142085"/>
            </a:xfrm>
            <a:custGeom>
              <a:rect b="b" l="l" r="r" t="t"/>
              <a:pathLst>
                <a:path extrusionOk="0" h="5420" w="3364">
                  <a:moveTo>
                    <a:pt x="1396" y="1"/>
                  </a:moveTo>
                  <a:cubicBezTo>
                    <a:pt x="1359" y="1"/>
                    <a:pt x="1322" y="7"/>
                    <a:pt x="1285" y="20"/>
                  </a:cubicBezTo>
                  <a:lnTo>
                    <a:pt x="0" y="497"/>
                  </a:lnTo>
                  <a:lnTo>
                    <a:pt x="1848" y="5419"/>
                  </a:lnTo>
                  <a:lnTo>
                    <a:pt x="3118" y="4943"/>
                  </a:lnTo>
                  <a:cubicBezTo>
                    <a:pt x="3277" y="4885"/>
                    <a:pt x="3364" y="4726"/>
                    <a:pt x="3306" y="4567"/>
                  </a:cubicBezTo>
                  <a:lnTo>
                    <a:pt x="1675" y="194"/>
                  </a:lnTo>
                  <a:cubicBezTo>
                    <a:pt x="1630" y="71"/>
                    <a:pt x="1518" y="1"/>
                    <a:pt x="1396" y="1"/>
                  </a:cubicBezTo>
                  <a:close/>
                </a:path>
              </a:pathLst>
            </a:custGeom>
            <a:solidFill>
              <a:srgbClr val="EF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6"/>
            <p:cNvSpPr/>
            <p:nvPr/>
          </p:nvSpPr>
          <p:spPr>
            <a:xfrm>
              <a:off x="4795898" y="1809446"/>
              <a:ext cx="46951" cy="35207"/>
            </a:xfrm>
            <a:custGeom>
              <a:rect b="b" l="l" r="r" t="t"/>
              <a:pathLst>
                <a:path extrusionOk="0" h="1343" w="1791">
                  <a:moveTo>
                    <a:pt x="1545" y="0"/>
                  </a:moveTo>
                  <a:cubicBezTo>
                    <a:pt x="1502" y="43"/>
                    <a:pt x="1459" y="72"/>
                    <a:pt x="1401" y="87"/>
                  </a:cubicBezTo>
                  <a:lnTo>
                    <a:pt x="1" y="621"/>
                  </a:lnTo>
                  <a:lnTo>
                    <a:pt x="261" y="1343"/>
                  </a:lnTo>
                  <a:lnTo>
                    <a:pt x="1545" y="866"/>
                  </a:lnTo>
                  <a:cubicBezTo>
                    <a:pt x="1704" y="809"/>
                    <a:pt x="1791" y="635"/>
                    <a:pt x="1719" y="476"/>
                  </a:cubicBezTo>
                  <a:lnTo>
                    <a:pt x="1545" y="0"/>
                  </a:lnTo>
                  <a:close/>
                </a:path>
              </a:pathLst>
            </a:custGeom>
            <a:solidFill>
              <a:srgbClr val="EF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37"/>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Distributing</a:t>
            </a:r>
            <a:r>
              <a:rPr lang="en"/>
              <a:t> of Target</a:t>
            </a:r>
            <a:endParaRPr/>
          </a:p>
        </p:txBody>
      </p:sp>
      <p:pic>
        <p:nvPicPr>
          <p:cNvPr id="684" name="Google Shape;684;p37" title="Screenshot 2025-11-26 at 16.38.10.png"/>
          <p:cNvPicPr preferRelativeResize="0"/>
          <p:nvPr/>
        </p:nvPicPr>
        <p:blipFill>
          <a:blip r:embed="rId3">
            <a:alphaModFix/>
          </a:blip>
          <a:stretch>
            <a:fillRect/>
          </a:stretch>
        </p:blipFill>
        <p:spPr>
          <a:xfrm>
            <a:off x="1947425" y="1288051"/>
            <a:ext cx="5249149" cy="2673576"/>
          </a:xfrm>
          <a:prstGeom prst="rect">
            <a:avLst/>
          </a:prstGeom>
          <a:noFill/>
          <a:ln>
            <a:noFill/>
          </a:ln>
        </p:spPr>
      </p:pic>
      <p:sp>
        <p:nvSpPr>
          <p:cNvPr id="685" name="Google Shape;685;p37"/>
          <p:cNvSpPr txBox="1"/>
          <p:nvPr>
            <p:ph idx="3" type="subTitle"/>
          </p:nvPr>
        </p:nvSpPr>
        <p:spPr>
          <a:xfrm>
            <a:off x="1476450" y="4158425"/>
            <a:ext cx="6191100" cy="69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2"/>
              </a:buClr>
              <a:buSzPts val="1100"/>
              <a:buFont typeface="Arial"/>
              <a:buNone/>
            </a:pPr>
            <a:r>
              <a:rPr lang="en"/>
              <a:t>Approximately continuous normal distribution</a:t>
            </a:r>
            <a:endParaRPr b="1"/>
          </a:p>
          <a:p>
            <a:pPr indent="0" lvl="0" marL="0" rtl="0" algn="ctr">
              <a:spcBef>
                <a:spcPts val="0"/>
              </a:spcBef>
              <a:spcAft>
                <a:spcPts val="0"/>
              </a:spcAft>
              <a:buNone/>
            </a:pPr>
            <a:r>
              <a:rPr b="1" lang="en"/>
              <a:t>Range</a:t>
            </a:r>
            <a:r>
              <a:rPr lang="en"/>
              <a:t>: $3,000 - $66M</a:t>
            </a:r>
            <a:endParaRPr/>
          </a:p>
          <a:p>
            <a:pPr indent="0" lvl="0" marL="0" rtl="0" algn="ctr">
              <a:spcBef>
                <a:spcPts val="0"/>
              </a:spcBef>
              <a:spcAft>
                <a:spcPts val="0"/>
              </a:spcAft>
              <a:buNone/>
            </a:pPr>
            <a:r>
              <a:rPr b="1" lang="en"/>
              <a:t>Center</a:t>
            </a:r>
            <a:r>
              <a:rPr lang="en"/>
              <a:t>: $450K - $700K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38"/>
          <p:cNvSpPr txBox="1"/>
          <p:nvPr>
            <p:ph idx="1" type="subTitle"/>
          </p:nvPr>
        </p:nvSpPr>
        <p:spPr>
          <a:xfrm>
            <a:off x="1863900" y="4495700"/>
            <a:ext cx="7280100" cy="7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Although UNC is the largest grant recipient, it’s less affected by DOGE programs and only has 2.3% cut.</a:t>
            </a:r>
            <a:endParaRPr/>
          </a:p>
        </p:txBody>
      </p:sp>
      <p:grpSp>
        <p:nvGrpSpPr>
          <p:cNvPr id="691" name="Google Shape;691;p38"/>
          <p:cNvGrpSpPr/>
          <p:nvPr/>
        </p:nvGrpSpPr>
        <p:grpSpPr>
          <a:xfrm>
            <a:off x="-665218" y="-679470"/>
            <a:ext cx="10590442" cy="7670447"/>
            <a:chOff x="-1614981" y="-711220"/>
            <a:chExt cx="10590442" cy="7670447"/>
          </a:xfrm>
        </p:grpSpPr>
        <p:sp>
          <p:nvSpPr>
            <p:cNvPr id="692" name="Google Shape;692;p38"/>
            <p:cNvSpPr/>
            <p:nvPr/>
          </p:nvSpPr>
          <p:spPr>
            <a:xfrm rot="996320">
              <a:off x="-1508103" y="4709361"/>
              <a:ext cx="5310018" cy="1522879"/>
            </a:xfrm>
            <a:custGeom>
              <a:rect b="b" l="l" r="r" t="t"/>
              <a:pathLst>
                <a:path extrusionOk="0" h="1042406" w="3634692">
                  <a:moveTo>
                    <a:pt x="97" y="1042515"/>
                  </a:moveTo>
                  <a:cubicBezTo>
                    <a:pt x="61763" y="818914"/>
                    <a:pt x="-74935" y="522189"/>
                    <a:pt x="327193" y="260599"/>
                  </a:cubicBezTo>
                  <a:cubicBezTo>
                    <a:pt x="639574" y="57389"/>
                    <a:pt x="1192231" y="-94497"/>
                    <a:pt x="1526784" y="69701"/>
                  </a:cubicBezTo>
                  <a:cubicBezTo>
                    <a:pt x="1628705" y="119723"/>
                    <a:pt x="1728651" y="178511"/>
                    <a:pt x="1805134" y="262401"/>
                  </a:cubicBezTo>
                  <a:cubicBezTo>
                    <a:pt x="1912044" y="379663"/>
                    <a:pt x="1907762" y="406602"/>
                    <a:pt x="1990341" y="542092"/>
                  </a:cubicBezTo>
                  <a:cubicBezTo>
                    <a:pt x="2072921" y="677582"/>
                    <a:pt x="2210521" y="802811"/>
                    <a:pt x="2368560" y="788235"/>
                  </a:cubicBezTo>
                  <a:cubicBezTo>
                    <a:pt x="2436301" y="781987"/>
                    <a:pt x="2498783" y="750557"/>
                    <a:pt x="2559398" y="719686"/>
                  </a:cubicBezTo>
                  <a:cubicBezTo>
                    <a:pt x="2664449" y="666184"/>
                    <a:pt x="2769499" y="612682"/>
                    <a:pt x="2874549" y="559180"/>
                  </a:cubicBezTo>
                  <a:cubicBezTo>
                    <a:pt x="3020623" y="484785"/>
                    <a:pt x="3186603" y="408466"/>
                    <a:pt x="3342424" y="459399"/>
                  </a:cubicBezTo>
                  <a:cubicBezTo>
                    <a:pt x="3528193" y="520121"/>
                    <a:pt x="3614176" y="735315"/>
                    <a:pt x="3634790" y="92960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38"/>
            <p:cNvSpPr/>
            <p:nvPr/>
          </p:nvSpPr>
          <p:spPr>
            <a:xfrm>
              <a:off x="3483184" y="-711220"/>
              <a:ext cx="5492278" cy="1600364"/>
            </a:xfrm>
            <a:custGeom>
              <a:rect b="b" l="l" r="r" t="t"/>
              <a:pathLst>
                <a:path extrusionOk="0" h="1096140" w="3761834">
                  <a:moveTo>
                    <a:pt x="3752939" y="3822"/>
                  </a:moveTo>
                  <a:cubicBezTo>
                    <a:pt x="3772112" y="175599"/>
                    <a:pt x="3758698" y="307043"/>
                    <a:pt x="3730900" y="477637"/>
                  </a:cubicBezTo>
                  <a:cubicBezTo>
                    <a:pt x="3703103" y="648232"/>
                    <a:pt x="3583124" y="909907"/>
                    <a:pt x="3449805" y="1019964"/>
                  </a:cubicBezTo>
                  <a:cubicBezTo>
                    <a:pt x="3371346" y="1084733"/>
                    <a:pt x="3205180" y="1112730"/>
                    <a:pt x="3133639" y="979048"/>
                  </a:cubicBezTo>
                  <a:cubicBezTo>
                    <a:pt x="3071761" y="863420"/>
                    <a:pt x="2961015" y="570631"/>
                    <a:pt x="2685760" y="570631"/>
                  </a:cubicBezTo>
                  <a:cubicBezTo>
                    <a:pt x="2601048" y="570631"/>
                    <a:pt x="2512053" y="591298"/>
                    <a:pt x="2446894" y="645413"/>
                  </a:cubicBezTo>
                  <a:cubicBezTo>
                    <a:pt x="2340717" y="733595"/>
                    <a:pt x="2338291" y="900377"/>
                    <a:pt x="2245882" y="1002888"/>
                  </a:cubicBezTo>
                  <a:cubicBezTo>
                    <a:pt x="2148339" y="1111096"/>
                    <a:pt x="1975464" y="1116443"/>
                    <a:pt x="1839645" y="1063691"/>
                  </a:cubicBezTo>
                  <a:cubicBezTo>
                    <a:pt x="1703826" y="1010939"/>
                    <a:pt x="1591909" y="912326"/>
                    <a:pt x="1470543" y="831720"/>
                  </a:cubicBezTo>
                  <a:cubicBezTo>
                    <a:pt x="1283153" y="707264"/>
                    <a:pt x="1066498" y="621423"/>
                    <a:pt x="909521" y="460316"/>
                  </a:cubicBezTo>
                  <a:cubicBezTo>
                    <a:pt x="789078" y="336705"/>
                    <a:pt x="707192" y="171952"/>
                    <a:pt x="560116" y="81621"/>
                  </a:cubicBezTo>
                  <a:cubicBezTo>
                    <a:pt x="396889" y="-18630"/>
                    <a:pt x="190917" y="-4983"/>
                    <a:pt x="97" y="1198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94" name="Google Shape;694;p38"/>
          <p:cNvSpPr txBox="1"/>
          <p:nvPr>
            <p:ph type="title"/>
          </p:nvPr>
        </p:nvSpPr>
        <p:spPr>
          <a:xfrm>
            <a:off x="383825" y="369661"/>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Who is most impacted?</a:t>
            </a:r>
            <a:endParaRPr/>
          </a:p>
        </p:txBody>
      </p:sp>
      <p:pic>
        <p:nvPicPr>
          <p:cNvPr id="695" name="Google Shape;695;p38" title="Screenshot 2025-11-26 at 16.33.32.png"/>
          <p:cNvPicPr preferRelativeResize="0"/>
          <p:nvPr/>
        </p:nvPicPr>
        <p:blipFill rotWithShape="1">
          <a:blip r:embed="rId3">
            <a:alphaModFix/>
          </a:blip>
          <a:srcRect b="0" l="7664" r="0" t="0"/>
          <a:stretch/>
        </p:blipFill>
        <p:spPr>
          <a:xfrm>
            <a:off x="41552" y="1414639"/>
            <a:ext cx="4671324" cy="2801176"/>
          </a:xfrm>
          <a:prstGeom prst="rect">
            <a:avLst/>
          </a:prstGeom>
          <a:noFill/>
          <a:ln>
            <a:noFill/>
          </a:ln>
        </p:spPr>
      </p:pic>
      <p:pic>
        <p:nvPicPr>
          <p:cNvPr id="696" name="Google Shape;696;p38" title="Screenshot 2025-11-26 at 17.43.34.png"/>
          <p:cNvPicPr preferRelativeResize="0"/>
          <p:nvPr/>
        </p:nvPicPr>
        <p:blipFill rotWithShape="1">
          <a:blip r:embed="rId4">
            <a:alphaModFix/>
          </a:blip>
          <a:srcRect b="0" l="1584" r="0" t="0"/>
          <a:stretch/>
        </p:blipFill>
        <p:spPr>
          <a:xfrm>
            <a:off x="4712880" y="1463639"/>
            <a:ext cx="4403150" cy="2703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39"/>
          <p:cNvSpPr txBox="1"/>
          <p:nvPr>
            <p:ph type="title"/>
          </p:nvPr>
        </p:nvSpPr>
        <p:spPr>
          <a:xfrm>
            <a:off x="2674500" y="642888"/>
            <a:ext cx="379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2"/>
              </a:buClr>
              <a:buSzPts val="1100"/>
              <a:buFont typeface="Arial"/>
              <a:buNone/>
            </a:pPr>
            <a:r>
              <a:rPr lang="en"/>
              <a:t>Model Construction</a:t>
            </a:r>
            <a:endParaRPr/>
          </a:p>
          <a:p>
            <a:pPr indent="0" lvl="0" marL="0" rtl="0" algn="l">
              <a:spcBef>
                <a:spcPts val="0"/>
              </a:spcBef>
              <a:spcAft>
                <a:spcPts val="0"/>
              </a:spcAft>
              <a:buClr>
                <a:schemeClr val="lt2"/>
              </a:buClr>
              <a:buSzPts val="1100"/>
              <a:buFont typeface="Arial"/>
              <a:buNone/>
            </a:pPr>
            <a:r>
              <a:t/>
            </a:r>
            <a:endParaRPr/>
          </a:p>
        </p:txBody>
      </p:sp>
      <p:pic>
        <p:nvPicPr>
          <p:cNvPr id="702" name="Google Shape;702;p39"/>
          <p:cNvPicPr preferRelativeResize="0"/>
          <p:nvPr/>
        </p:nvPicPr>
        <p:blipFill>
          <a:blip r:embed="rId3">
            <a:alphaModFix/>
          </a:blip>
          <a:stretch>
            <a:fillRect/>
          </a:stretch>
        </p:blipFill>
        <p:spPr>
          <a:xfrm>
            <a:off x="0" y="2418954"/>
            <a:ext cx="9144001" cy="1803042"/>
          </a:xfrm>
          <a:prstGeom prst="rect">
            <a:avLst/>
          </a:prstGeom>
          <a:noFill/>
          <a:ln>
            <a:noFill/>
          </a:ln>
        </p:spPr>
      </p:pic>
      <p:sp>
        <p:nvSpPr>
          <p:cNvPr id="703" name="Google Shape;703;p39"/>
          <p:cNvSpPr txBox="1"/>
          <p:nvPr/>
        </p:nvSpPr>
        <p:spPr>
          <a:xfrm>
            <a:off x="726275" y="1510857"/>
            <a:ext cx="76164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Predictors chosen through correlation: </a:t>
            </a:r>
            <a:r>
              <a:rPr lang="en" sz="1200">
                <a:solidFill>
                  <a:schemeClr val="dk1"/>
                </a:solidFill>
                <a:latin typeface="Roboto"/>
                <a:ea typeface="Roboto"/>
                <a:cs typeface="Roboto"/>
                <a:sym typeface="Roboto"/>
              </a:rPr>
              <a:t>sector (branch), value (estimated total value from DOGE), total_obligated_amount (sum of federal </a:t>
            </a:r>
            <a:r>
              <a:rPr lang="en" sz="1200">
                <a:solidFill>
                  <a:schemeClr val="dk1"/>
                </a:solidFill>
                <a:latin typeface="Roboto"/>
                <a:ea typeface="Roboto"/>
                <a:cs typeface="Roboto"/>
                <a:sym typeface="Roboto"/>
              </a:rPr>
              <a:t>government’s </a:t>
            </a:r>
            <a:r>
              <a:rPr lang="en" sz="1200">
                <a:solidFill>
                  <a:schemeClr val="dk1"/>
                </a:solidFill>
                <a:latin typeface="Roboto"/>
                <a:ea typeface="Roboto"/>
                <a:cs typeface="Roboto"/>
                <a:sym typeface="Roboto"/>
              </a:rPr>
              <a:t>committed</a:t>
            </a:r>
            <a:r>
              <a:rPr lang="en" sz="1200">
                <a:solidFill>
                  <a:schemeClr val="dk1"/>
                </a:solidFill>
                <a:latin typeface="Roboto"/>
                <a:ea typeface="Roboto"/>
                <a:cs typeface="Roboto"/>
                <a:sym typeface="Roboto"/>
              </a:rPr>
              <a:t> amount for a specific purpose)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p40"/>
          <p:cNvPicPr preferRelativeResize="0"/>
          <p:nvPr/>
        </p:nvPicPr>
        <p:blipFill>
          <a:blip r:embed="rId3">
            <a:alphaModFix/>
          </a:blip>
          <a:stretch>
            <a:fillRect/>
          </a:stretch>
        </p:blipFill>
        <p:spPr>
          <a:xfrm>
            <a:off x="438565" y="866700"/>
            <a:ext cx="8266874" cy="3410100"/>
          </a:xfrm>
          <a:prstGeom prst="rect">
            <a:avLst/>
          </a:prstGeom>
          <a:noFill/>
          <a:ln>
            <a:noFill/>
          </a:ln>
        </p:spPr>
      </p:pic>
      <p:sp>
        <p:nvSpPr>
          <p:cNvPr id="709" name="Google Shape;709;p40"/>
          <p:cNvSpPr txBox="1"/>
          <p:nvPr/>
        </p:nvSpPr>
        <p:spPr>
          <a:xfrm>
            <a:off x="248100" y="174000"/>
            <a:ext cx="8895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latin typeface="Rambla"/>
                <a:ea typeface="Rambla"/>
                <a:cs typeface="Rambla"/>
                <a:sym typeface="Rambla"/>
              </a:rPr>
              <a:t>Random Forest Residuals and Feature Importances</a:t>
            </a:r>
            <a:endParaRPr b="1" sz="3200">
              <a:solidFill>
                <a:schemeClr val="dk1"/>
              </a:solidFill>
              <a:latin typeface="Rambla"/>
              <a:ea typeface="Rambla"/>
              <a:cs typeface="Rambla"/>
              <a:sym typeface="Rambla"/>
            </a:endParaRPr>
          </a:p>
        </p:txBody>
      </p:sp>
      <p:sp>
        <p:nvSpPr>
          <p:cNvPr id="710" name="Google Shape;710;p40"/>
          <p:cNvSpPr txBox="1"/>
          <p:nvPr/>
        </p:nvSpPr>
        <p:spPr>
          <a:xfrm>
            <a:off x="6908884" y="3973200"/>
            <a:ext cx="889800" cy="3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Importance</a:t>
            </a:r>
            <a:endParaRPr sz="10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41"/>
          <p:cNvSpPr txBox="1"/>
          <p:nvPr>
            <p:ph type="title"/>
          </p:nvPr>
        </p:nvSpPr>
        <p:spPr>
          <a:xfrm>
            <a:off x="720000" y="397909"/>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sz="3300"/>
          </a:p>
        </p:txBody>
      </p:sp>
      <p:sp>
        <p:nvSpPr>
          <p:cNvPr id="716" name="Google Shape;716;p41"/>
          <p:cNvSpPr txBox="1"/>
          <p:nvPr/>
        </p:nvSpPr>
        <p:spPr>
          <a:xfrm>
            <a:off x="1220825" y="1381825"/>
            <a:ext cx="6132900" cy="156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Roboto"/>
                <a:ea typeface="Roboto"/>
                <a:cs typeface="Roboto"/>
                <a:sym typeface="Roboto"/>
              </a:rPr>
              <a:t>Key findings:</a:t>
            </a:r>
            <a:endParaRPr>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n">
                <a:solidFill>
                  <a:schemeClr val="dk1"/>
                </a:solidFill>
                <a:latin typeface="Roboto"/>
                <a:ea typeface="Roboto"/>
                <a:cs typeface="Roboto"/>
                <a:sym typeface="Roboto"/>
              </a:rPr>
              <a:t>Random Forest is the best-performing model with 0.95 R^2</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Value is the dominant predictor of savings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High funding does not guarantee large cuts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International Development shows notable impact</a:t>
            </a:r>
            <a:endParaRPr>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0" name="Shape 720"/>
        <p:cNvGrpSpPr/>
        <p:nvPr/>
      </p:nvGrpSpPr>
      <p:grpSpPr>
        <a:xfrm>
          <a:off x="0" y="0"/>
          <a:ext cx="0" cy="0"/>
          <a:chOff x="0" y="0"/>
          <a:chExt cx="0" cy="0"/>
        </a:xfrm>
      </p:grpSpPr>
      <p:grpSp>
        <p:nvGrpSpPr>
          <p:cNvPr id="721" name="Google Shape;721;p42"/>
          <p:cNvGrpSpPr/>
          <p:nvPr/>
        </p:nvGrpSpPr>
        <p:grpSpPr>
          <a:xfrm>
            <a:off x="-1420527" y="-823675"/>
            <a:ext cx="10937569" cy="6612936"/>
            <a:chOff x="-1420527" y="-823675"/>
            <a:chExt cx="10937569" cy="6612936"/>
          </a:xfrm>
        </p:grpSpPr>
        <p:sp>
          <p:nvSpPr>
            <p:cNvPr id="722" name="Google Shape;722;p42"/>
            <p:cNvSpPr/>
            <p:nvPr/>
          </p:nvSpPr>
          <p:spPr>
            <a:xfrm>
              <a:off x="-1420527" y="2859596"/>
              <a:ext cx="5004819" cy="2929665"/>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3" name="Google Shape;723;p42"/>
            <p:cNvSpPr/>
            <p:nvPr/>
          </p:nvSpPr>
          <p:spPr>
            <a:xfrm>
              <a:off x="2583662" y="-823675"/>
              <a:ext cx="6933380" cy="3174988"/>
            </a:xfrm>
            <a:custGeom>
              <a:rect b="b" l="l" r="r" t="t"/>
              <a:pathLst>
                <a:path extrusionOk="0" h="2382730" w="5203287">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4" name="Google Shape;724;p42"/>
          <p:cNvGrpSpPr/>
          <p:nvPr/>
        </p:nvGrpSpPr>
        <p:grpSpPr>
          <a:xfrm>
            <a:off x="4639955" y="-823677"/>
            <a:ext cx="4504047" cy="5143320"/>
            <a:chOff x="3908735" y="-823675"/>
            <a:chExt cx="5608327" cy="6404333"/>
          </a:xfrm>
        </p:grpSpPr>
        <p:grpSp>
          <p:nvGrpSpPr>
            <p:cNvPr id="725" name="Google Shape;725;p42"/>
            <p:cNvGrpSpPr/>
            <p:nvPr/>
          </p:nvGrpSpPr>
          <p:grpSpPr>
            <a:xfrm rot="380639">
              <a:off x="3991401" y="3944372"/>
              <a:ext cx="1308765" cy="1568781"/>
              <a:chOff x="3332568" y="2948123"/>
              <a:chExt cx="1308734" cy="1568744"/>
            </a:xfrm>
          </p:grpSpPr>
          <p:sp>
            <p:nvSpPr>
              <p:cNvPr id="726" name="Google Shape;726;p42"/>
              <p:cNvSpPr/>
              <p:nvPr/>
            </p:nvSpPr>
            <p:spPr>
              <a:xfrm>
                <a:off x="3332568" y="300693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27" name="Google Shape;727;p42"/>
              <p:cNvSpPr/>
              <p:nvPr/>
            </p:nvSpPr>
            <p:spPr>
              <a:xfrm>
                <a:off x="4496868" y="294812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grpSp>
        <p:grpSp>
          <p:nvGrpSpPr>
            <p:cNvPr id="728" name="Google Shape;728;p42"/>
            <p:cNvGrpSpPr/>
            <p:nvPr/>
          </p:nvGrpSpPr>
          <p:grpSpPr>
            <a:xfrm flipH="1">
              <a:off x="6529701" y="-823675"/>
              <a:ext cx="2987361" cy="2245032"/>
              <a:chOff x="2928576" y="0"/>
              <a:chExt cx="2987361" cy="2245032"/>
            </a:xfrm>
          </p:grpSpPr>
          <p:sp>
            <p:nvSpPr>
              <p:cNvPr id="729" name="Google Shape;729;p42"/>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30" name="Google Shape;730;p42"/>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31" name="Google Shape;731;p42"/>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32" name="Google Shape;732;p42"/>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grpSp>
      </p:grpSp>
      <p:pic>
        <p:nvPicPr>
          <p:cNvPr id="733" name="Google Shape;733;p42"/>
          <p:cNvPicPr preferRelativeResize="0"/>
          <p:nvPr/>
        </p:nvPicPr>
        <p:blipFill>
          <a:blip r:embed="rId3">
            <a:alphaModFix/>
          </a:blip>
          <a:stretch>
            <a:fillRect/>
          </a:stretch>
        </p:blipFill>
        <p:spPr>
          <a:xfrm>
            <a:off x="2122801" y="1278050"/>
            <a:ext cx="4898401" cy="3427824"/>
          </a:xfrm>
          <a:prstGeom prst="rect">
            <a:avLst/>
          </a:prstGeom>
          <a:noFill/>
          <a:ln>
            <a:noFill/>
          </a:ln>
        </p:spPr>
      </p:pic>
      <p:sp>
        <p:nvSpPr>
          <p:cNvPr id="734" name="Google Shape;734;p42"/>
          <p:cNvSpPr txBox="1"/>
          <p:nvPr>
            <p:ph type="title"/>
          </p:nvPr>
        </p:nvSpPr>
        <p:spPr>
          <a:xfrm>
            <a:off x="459575" y="564486"/>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t>Which Counties are Most Impacted?</a:t>
            </a:r>
            <a:endParaRPr sz="3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8" name="Shape 738"/>
        <p:cNvGrpSpPr/>
        <p:nvPr/>
      </p:nvGrpSpPr>
      <p:grpSpPr>
        <a:xfrm>
          <a:off x="0" y="0"/>
          <a:ext cx="0" cy="0"/>
          <a:chOff x="0" y="0"/>
          <a:chExt cx="0" cy="0"/>
        </a:xfrm>
      </p:grpSpPr>
      <p:grpSp>
        <p:nvGrpSpPr>
          <p:cNvPr id="739" name="Google Shape;739;p43"/>
          <p:cNvGrpSpPr/>
          <p:nvPr/>
        </p:nvGrpSpPr>
        <p:grpSpPr>
          <a:xfrm>
            <a:off x="-1420527" y="-823675"/>
            <a:ext cx="10937569" cy="6612936"/>
            <a:chOff x="-1420527" y="-823675"/>
            <a:chExt cx="10937569" cy="6612936"/>
          </a:xfrm>
        </p:grpSpPr>
        <p:sp>
          <p:nvSpPr>
            <p:cNvPr id="740" name="Google Shape;740;p43"/>
            <p:cNvSpPr/>
            <p:nvPr/>
          </p:nvSpPr>
          <p:spPr>
            <a:xfrm>
              <a:off x="-1420527" y="2859596"/>
              <a:ext cx="5004819" cy="2929665"/>
            </a:xfrm>
            <a:custGeom>
              <a:rect b="b" l="l" r="r" t="t"/>
              <a:pathLst>
                <a:path extrusionOk="0" h="2198623" w="3755962">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1" name="Google Shape;741;p43"/>
            <p:cNvSpPr/>
            <p:nvPr/>
          </p:nvSpPr>
          <p:spPr>
            <a:xfrm>
              <a:off x="2583662" y="-823675"/>
              <a:ext cx="6933380" cy="3174988"/>
            </a:xfrm>
            <a:custGeom>
              <a:rect b="b" l="l" r="r" t="t"/>
              <a:pathLst>
                <a:path extrusionOk="0" h="2382730" w="5203287">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2" name="Google Shape;742;p43"/>
          <p:cNvGrpSpPr/>
          <p:nvPr/>
        </p:nvGrpSpPr>
        <p:grpSpPr>
          <a:xfrm>
            <a:off x="4639955" y="-823677"/>
            <a:ext cx="4504047" cy="5143320"/>
            <a:chOff x="3908735" y="-823675"/>
            <a:chExt cx="5608327" cy="6404333"/>
          </a:xfrm>
        </p:grpSpPr>
        <p:grpSp>
          <p:nvGrpSpPr>
            <p:cNvPr id="743" name="Google Shape;743;p43"/>
            <p:cNvGrpSpPr/>
            <p:nvPr/>
          </p:nvGrpSpPr>
          <p:grpSpPr>
            <a:xfrm rot="380639">
              <a:off x="3991401" y="3944372"/>
              <a:ext cx="1308765" cy="1568781"/>
              <a:chOff x="3332568" y="2948123"/>
              <a:chExt cx="1308734" cy="1568744"/>
            </a:xfrm>
          </p:grpSpPr>
          <p:sp>
            <p:nvSpPr>
              <p:cNvPr id="744" name="Google Shape;744;p43"/>
              <p:cNvSpPr/>
              <p:nvPr/>
            </p:nvSpPr>
            <p:spPr>
              <a:xfrm>
                <a:off x="3332568" y="3006931"/>
                <a:ext cx="1211973" cy="1509936"/>
              </a:xfrm>
              <a:custGeom>
                <a:rect b="b" l="l" r="r" t="t"/>
                <a:pathLst>
                  <a:path extrusionOk="0" h="1509936" w="1211973">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45" name="Google Shape;745;p43"/>
              <p:cNvSpPr/>
              <p:nvPr/>
            </p:nvSpPr>
            <p:spPr>
              <a:xfrm>
                <a:off x="4496868" y="2948123"/>
                <a:ext cx="144434" cy="153119"/>
              </a:xfrm>
              <a:custGeom>
                <a:rect b="b" l="l" r="r" t="t"/>
                <a:pathLst>
                  <a:path extrusionOk="0" h="153119" w="144434">
                    <a:moveTo>
                      <a:pt x="0" y="0"/>
                    </a:moveTo>
                    <a:lnTo>
                      <a:pt x="144435" y="56140"/>
                    </a:lnTo>
                    <a:lnTo>
                      <a:pt x="23579" y="153119"/>
                    </a:lnTo>
                    <a:lnTo>
                      <a:pt x="0" y="0"/>
                    </a:ln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grpSp>
        <p:grpSp>
          <p:nvGrpSpPr>
            <p:cNvPr id="746" name="Google Shape;746;p43"/>
            <p:cNvGrpSpPr/>
            <p:nvPr/>
          </p:nvGrpSpPr>
          <p:grpSpPr>
            <a:xfrm flipH="1">
              <a:off x="6529701" y="-823675"/>
              <a:ext cx="2987361" cy="2245032"/>
              <a:chOff x="2928576" y="0"/>
              <a:chExt cx="2987361" cy="2245032"/>
            </a:xfrm>
          </p:grpSpPr>
          <p:sp>
            <p:nvSpPr>
              <p:cNvPr id="747" name="Google Shape;747;p43"/>
              <p:cNvSpPr/>
              <p:nvPr/>
            </p:nvSpPr>
            <p:spPr>
              <a:xfrm>
                <a:off x="5825274" y="2079638"/>
                <a:ext cx="27165" cy="68669"/>
              </a:xfrm>
              <a:custGeom>
                <a:rect b="b" l="l" r="r" t="t"/>
                <a:pathLst>
                  <a:path extrusionOk="0" h="68669" w="27165">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48" name="Google Shape;748;p43"/>
              <p:cNvSpPr/>
              <p:nvPr/>
            </p:nvSpPr>
            <p:spPr>
              <a:xfrm>
                <a:off x="2942024" y="131258"/>
                <a:ext cx="2890745" cy="1885233"/>
              </a:xfrm>
              <a:custGeom>
                <a:rect b="b" l="l" r="r" t="t"/>
                <a:pathLst>
                  <a:path extrusionOk="0" h="1885233" w="2890745">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49" name="Google Shape;749;p43"/>
              <p:cNvSpPr/>
              <p:nvPr/>
            </p:nvSpPr>
            <p:spPr>
              <a:xfrm>
                <a:off x="2928576" y="0"/>
                <a:ext cx="30338" cy="68295"/>
              </a:xfrm>
              <a:custGeom>
                <a:rect b="b" l="l" r="r" t="t"/>
                <a:pathLst>
                  <a:path extrusionOk="0" h="68295" w="30338">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sp>
            <p:nvSpPr>
              <p:cNvPr id="750" name="Google Shape;750;p43"/>
              <p:cNvSpPr/>
              <p:nvPr/>
            </p:nvSpPr>
            <p:spPr>
              <a:xfrm>
                <a:off x="5764137" y="2107604"/>
                <a:ext cx="151800" cy="137428"/>
              </a:xfrm>
              <a:custGeom>
                <a:rect b="b" l="l" r="r" t="t"/>
                <a:pathLst>
                  <a:path extrusionOk="0" h="137428" w="151800">
                    <a:moveTo>
                      <a:pt x="0" y="0"/>
                    </a:moveTo>
                    <a:lnTo>
                      <a:pt x="65429" y="137429"/>
                    </a:lnTo>
                    <a:lnTo>
                      <a:pt x="151800" y="12080"/>
                    </a:lnTo>
                    <a:lnTo>
                      <a:pt x="0" y="0"/>
                    </a:lnTo>
                    <a:close/>
                  </a:path>
                </a:pathLst>
              </a:custGeom>
              <a:solidFill>
                <a:schemeClr val="accent1"/>
              </a:solidFill>
              <a:ln>
                <a:noFill/>
              </a:ln>
            </p:spPr>
            <p:txBody>
              <a:bodyPr anchorCtr="0" anchor="ctr" bIns="36700" lIns="73425" spcFirstLastPara="1" rIns="73425" wrap="square" tIns="36700">
                <a:noAutofit/>
              </a:bodyPr>
              <a:lstStyle/>
              <a:p>
                <a:pPr indent="0" lvl="0" marL="0" marR="0" rtl="0" algn="l">
                  <a:spcBef>
                    <a:spcPts val="0"/>
                  </a:spcBef>
                  <a:spcAft>
                    <a:spcPts val="0"/>
                  </a:spcAft>
                  <a:buNone/>
                </a:pPr>
                <a:r>
                  <a:t/>
                </a:r>
                <a:endParaRPr sz="1446">
                  <a:solidFill>
                    <a:srgbClr val="000000"/>
                  </a:solidFill>
                  <a:latin typeface="Calibri"/>
                  <a:ea typeface="Calibri"/>
                  <a:cs typeface="Calibri"/>
                  <a:sym typeface="Calibri"/>
                </a:endParaRPr>
              </a:p>
            </p:txBody>
          </p:sp>
        </p:grpSp>
      </p:grpSp>
      <p:sp>
        <p:nvSpPr>
          <p:cNvPr id="751" name="Google Shape;751;p43"/>
          <p:cNvSpPr txBox="1"/>
          <p:nvPr>
            <p:ph type="title"/>
          </p:nvPr>
        </p:nvSpPr>
        <p:spPr>
          <a:xfrm>
            <a:off x="459575" y="564486"/>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t>Correlation Mapping</a:t>
            </a:r>
            <a:endParaRPr sz="3300"/>
          </a:p>
        </p:txBody>
      </p:sp>
      <p:pic>
        <p:nvPicPr>
          <p:cNvPr id="752" name="Google Shape;752;p43"/>
          <p:cNvPicPr preferRelativeResize="0"/>
          <p:nvPr/>
        </p:nvPicPr>
        <p:blipFill>
          <a:blip r:embed="rId3">
            <a:alphaModFix/>
          </a:blip>
          <a:stretch>
            <a:fillRect/>
          </a:stretch>
        </p:blipFill>
        <p:spPr>
          <a:xfrm>
            <a:off x="1385125" y="1362550"/>
            <a:ext cx="2834800" cy="3260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ax Considerations in your Business by Slidesgo">
  <a:themeElements>
    <a:clrScheme name="Simple Light">
      <a:dk1>
        <a:srgbClr val="014B4B"/>
      </a:dk1>
      <a:lt1>
        <a:srgbClr val="F8FFFE"/>
      </a:lt1>
      <a:dk2>
        <a:srgbClr val="D4E8E5"/>
      </a:dk2>
      <a:lt2>
        <a:srgbClr val="000000"/>
      </a:lt2>
      <a:accent1>
        <a:srgbClr val="008D8E"/>
      </a:accent1>
      <a:accent2>
        <a:srgbClr val="00C6C7"/>
      </a:accent2>
      <a:accent3>
        <a:srgbClr val="003F62"/>
      </a:accent3>
      <a:accent4>
        <a:srgbClr val="569B68"/>
      </a:accent4>
      <a:accent5>
        <a:srgbClr val="F9C23A"/>
      </a:accent5>
      <a:accent6>
        <a:srgbClr val="FFFFFF"/>
      </a:accent6>
      <a:hlink>
        <a:srgbClr val="014B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